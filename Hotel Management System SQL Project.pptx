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81" r:id="rId3"/>
    <p:sldId id="269" r:id="rId4"/>
    <p:sldId id="270" r:id="rId5"/>
    <p:sldId id="271" r:id="rId6"/>
    <p:sldId id="273" r:id="rId7"/>
    <p:sldId id="274" r:id="rId8"/>
    <p:sldId id="275" r:id="rId9"/>
    <p:sldId id="276" r:id="rId10"/>
    <p:sldId id="277" r:id="rId11"/>
    <p:sldId id="278" r:id="rId12"/>
    <p:sldId id="279" r:id="rId13"/>
    <p:sldId id="280" r:id="rId14"/>
    <p:sldId id="282" r:id="rId15"/>
    <p:sldId id="288" r:id="rId16"/>
    <p:sldId id="289" r:id="rId17"/>
    <p:sldId id="290" r:id="rId18"/>
    <p:sldId id="29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CE1A0-5E94-4371-80A4-CC7EB566385C}" v="72" dt="2026-05-03T18:33:21.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Wadne" userId="67f29f1fef5011c0" providerId="LiveId" clId="{87419750-BFF5-4BB2-A4F2-BEC787BA5D3A}"/>
    <pc:docChg chg="undo custSel addSld delSld modSld sldOrd">
      <pc:chgData name="Abhishek Wadne" userId="67f29f1fef5011c0" providerId="LiveId" clId="{87419750-BFF5-4BB2-A4F2-BEC787BA5D3A}" dt="2026-05-04T09:23:39.648" v="1143" actId="1036"/>
      <pc:docMkLst>
        <pc:docMk/>
      </pc:docMkLst>
      <pc:sldChg chg="addSp delSp modSp mod">
        <pc:chgData name="Abhishek Wadne" userId="67f29f1fef5011c0" providerId="LiveId" clId="{87419750-BFF5-4BB2-A4F2-BEC787BA5D3A}" dt="2026-05-04T09:23:39.648" v="1143" actId="1036"/>
        <pc:sldMkLst>
          <pc:docMk/>
          <pc:sldMk cId="3828948240" sldId="260"/>
        </pc:sldMkLst>
        <pc:spChg chg="add mod">
          <ac:chgData name="Abhishek Wadne" userId="67f29f1fef5011c0" providerId="LiveId" clId="{87419750-BFF5-4BB2-A4F2-BEC787BA5D3A}" dt="2026-05-03T18:02:34.685" v="885" actId="1076"/>
          <ac:spMkLst>
            <pc:docMk/>
            <pc:sldMk cId="3828948240" sldId="260"/>
            <ac:spMk id="2" creationId="{78CD2A71-FA98-86D2-DD10-2EB84FE9EF58}"/>
          </ac:spMkLst>
        </pc:spChg>
        <pc:spChg chg="add mod">
          <ac:chgData name="Abhishek Wadne" userId="67f29f1fef5011c0" providerId="LiveId" clId="{87419750-BFF5-4BB2-A4F2-BEC787BA5D3A}" dt="2026-05-03T18:02:44.821" v="887" actId="1076"/>
          <ac:spMkLst>
            <pc:docMk/>
            <pc:sldMk cId="3828948240" sldId="260"/>
            <ac:spMk id="4" creationId="{7C416D19-6B68-3757-6BF1-C7218DF65D20}"/>
          </ac:spMkLst>
        </pc:spChg>
        <pc:spChg chg="mod">
          <ac:chgData name="Abhishek Wadne" userId="67f29f1fef5011c0" providerId="LiveId" clId="{87419750-BFF5-4BB2-A4F2-BEC787BA5D3A}" dt="2026-05-03T18:02:03.425" v="879" actId="1076"/>
          <ac:spMkLst>
            <pc:docMk/>
            <pc:sldMk cId="3828948240" sldId="260"/>
            <ac:spMk id="5" creationId="{029BFB09-5BC1-2D78-E81A-3B9FBA299CFC}"/>
          </ac:spMkLst>
        </pc:spChg>
        <pc:spChg chg="del mod">
          <ac:chgData name="Abhishek Wadne" userId="67f29f1fef5011c0" providerId="LiveId" clId="{87419750-BFF5-4BB2-A4F2-BEC787BA5D3A}" dt="2026-05-03T09:03:44.085" v="102" actId="478"/>
          <ac:spMkLst>
            <pc:docMk/>
            <pc:sldMk cId="3828948240" sldId="260"/>
            <ac:spMk id="11" creationId="{55F0631B-BB11-0279-4B97-C3AF3392B286}"/>
          </ac:spMkLst>
        </pc:spChg>
        <pc:picChg chg="mod">
          <ac:chgData name="Abhishek Wadne" userId="67f29f1fef5011c0" providerId="LiveId" clId="{87419750-BFF5-4BB2-A4F2-BEC787BA5D3A}" dt="2026-05-04T09:23:39.648" v="1143" actId="1036"/>
          <ac:picMkLst>
            <pc:docMk/>
            <pc:sldMk cId="3828948240" sldId="260"/>
            <ac:picMk id="3" creationId="{0C13E09A-9698-3C51-5780-0AB2766E2280}"/>
          </ac:picMkLst>
        </pc:picChg>
        <pc:picChg chg="mod">
          <ac:chgData name="Abhishek Wadne" userId="67f29f1fef5011c0" providerId="LiveId" clId="{87419750-BFF5-4BB2-A4F2-BEC787BA5D3A}" dt="2026-05-03T18:02:47.641" v="888" actId="1076"/>
          <ac:picMkLst>
            <pc:docMk/>
            <pc:sldMk cId="3828948240" sldId="260"/>
            <ac:picMk id="6" creationId="{1DB6E1CF-15D8-57A5-DD0E-77F75A8C080C}"/>
          </ac:picMkLst>
        </pc:picChg>
        <pc:picChg chg="add del mod">
          <ac:chgData name="Abhishek Wadne" userId="67f29f1fef5011c0" providerId="LiveId" clId="{87419750-BFF5-4BB2-A4F2-BEC787BA5D3A}" dt="2026-05-03T18:10:50.869" v="898" actId="478"/>
          <ac:picMkLst>
            <pc:docMk/>
            <pc:sldMk cId="3828948240" sldId="260"/>
            <ac:picMk id="8" creationId="{BBDFDC92-EE37-A5E3-F86E-332F97FB5556}"/>
          </ac:picMkLst>
        </pc:picChg>
        <pc:picChg chg="add mod">
          <ac:chgData name="Abhishek Wadne" userId="67f29f1fef5011c0" providerId="LiveId" clId="{87419750-BFF5-4BB2-A4F2-BEC787BA5D3A}" dt="2026-05-04T09:23:31.713" v="1141" actId="1076"/>
          <ac:picMkLst>
            <pc:docMk/>
            <pc:sldMk cId="3828948240" sldId="260"/>
            <ac:picMk id="10" creationId="{1D36D1C1-B615-AD46-FE3D-3B3743CDC7B4}"/>
          </ac:picMkLst>
        </pc:picChg>
      </pc:sldChg>
      <pc:sldChg chg="addSp delSp modSp mod">
        <pc:chgData name="Abhishek Wadne" userId="67f29f1fef5011c0" providerId="LiveId" clId="{87419750-BFF5-4BB2-A4F2-BEC787BA5D3A}" dt="2026-05-03T18:16:20.098" v="944" actId="2711"/>
        <pc:sldMkLst>
          <pc:docMk/>
          <pc:sldMk cId="3156496070" sldId="269"/>
        </pc:sldMkLst>
        <pc:spChg chg="mod">
          <ac:chgData name="Abhishek Wadne" userId="67f29f1fef5011c0" providerId="LiveId" clId="{87419750-BFF5-4BB2-A4F2-BEC787BA5D3A}" dt="2026-05-03T18:16:20.098" v="944" actId="2711"/>
          <ac:spMkLst>
            <pc:docMk/>
            <pc:sldMk cId="3156496070" sldId="269"/>
            <ac:spMk id="2" creationId="{0848D0BA-220D-6AFA-DB5C-57AB7D7BF02B}"/>
          </ac:spMkLst>
        </pc:spChg>
        <pc:picChg chg="add mod">
          <ac:chgData name="Abhishek Wadne" userId="67f29f1fef5011c0" providerId="LiveId" clId="{87419750-BFF5-4BB2-A4F2-BEC787BA5D3A}" dt="2026-05-03T09:42:28.127" v="315" actId="14861"/>
          <ac:picMkLst>
            <pc:docMk/>
            <pc:sldMk cId="3156496070" sldId="269"/>
            <ac:picMk id="5" creationId="{567387AB-5E24-681B-728A-BECD64D64621}"/>
          </ac:picMkLst>
        </pc:picChg>
        <pc:picChg chg="del">
          <ac:chgData name="Abhishek Wadne" userId="67f29f1fef5011c0" providerId="LiveId" clId="{87419750-BFF5-4BB2-A4F2-BEC787BA5D3A}" dt="2026-05-03T09:38:53.979" v="309" actId="478"/>
          <ac:picMkLst>
            <pc:docMk/>
            <pc:sldMk cId="3156496070" sldId="269"/>
            <ac:picMk id="11" creationId="{7AFAFEE4-3E26-D32B-B502-6815A157C1E6}"/>
          </ac:picMkLst>
        </pc:picChg>
      </pc:sldChg>
      <pc:sldChg chg="addSp delSp modSp mod">
        <pc:chgData name="Abhishek Wadne" userId="67f29f1fef5011c0" providerId="LiveId" clId="{87419750-BFF5-4BB2-A4F2-BEC787BA5D3A}" dt="2026-05-03T18:16:36.362" v="945" actId="2711"/>
        <pc:sldMkLst>
          <pc:docMk/>
          <pc:sldMk cId="1206524963" sldId="270"/>
        </pc:sldMkLst>
        <pc:spChg chg="mod">
          <ac:chgData name="Abhishek Wadne" userId="67f29f1fef5011c0" providerId="LiveId" clId="{87419750-BFF5-4BB2-A4F2-BEC787BA5D3A}" dt="2026-05-03T18:16:36.362" v="945" actId="2711"/>
          <ac:spMkLst>
            <pc:docMk/>
            <pc:sldMk cId="1206524963" sldId="270"/>
            <ac:spMk id="2" creationId="{B4C1B8F9-02E0-0251-7E26-94AD1FE1C546}"/>
          </ac:spMkLst>
        </pc:spChg>
        <pc:picChg chg="add mod">
          <ac:chgData name="Abhishek Wadne" userId="67f29f1fef5011c0" providerId="LiveId" clId="{87419750-BFF5-4BB2-A4F2-BEC787BA5D3A}" dt="2026-05-03T09:46:58.125" v="336" actId="1076"/>
          <ac:picMkLst>
            <pc:docMk/>
            <pc:sldMk cId="1206524963" sldId="270"/>
            <ac:picMk id="5" creationId="{0B413AC9-65B1-14E6-78A0-0F20A6859BAE}"/>
          </ac:picMkLst>
        </pc:picChg>
        <pc:picChg chg="add mod">
          <ac:chgData name="Abhishek Wadne" userId="67f29f1fef5011c0" providerId="LiveId" clId="{87419750-BFF5-4BB2-A4F2-BEC787BA5D3A}" dt="2026-05-03T09:49:08.741" v="358" actId="1076"/>
          <ac:picMkLst>
            <pc:docMk/>
            <pc:sldMk cId="1206524963" sldId="270"/>
            <ac:picMk id="7" creationId="{EDA96B00-AA80-327D-8142-DB25EE0B359A}"/>
          </ac:picMkLst>
        </pc:picChg>
        <pc:picChg chg="add mod">
          <ac:chgData name="Abhishek Wadne" userId="67f29f1fef5011c0" providerId="LiveId" clId="{87419750-BFF5-4BB2-A4F2-BEC787BA5D3A}" dt="2026-05-03T09:49:19.434" v="360" actId="1076"/>
          <ac:picMkLst>
            <pc:docMk/>
            <pc:sldMk cId="1206524963" sldId="270"/>
            <ac:picMk id="9" creationId="{6F5C87BD-2E8B-4E40-5EC1-FB25C23A8682}"/>
          </ac:picMkLst>
        </pc:picChg>
        <pc:picChg chg="del">
          <ac:chgData name="Abhishek Wadne" userId="67f29f1fef5011c0" providerId="LiveId" clId="{87419750-BFF5-4BB2-A4F2-BEC787BA5D3A}" dt="2026-05-03T09:42:46.205" v="316" actId="478"/>
          <ac:picMkLst>
            <pc:docMk/>
            <pc:sldMk cId="1206524963" sldId="270"/>
            <ac:picMk id="10" creationId="{16EFC548-86DE-D32F-338E-8F2CC9479982}"/>
          </ac:picMkLst>
        </pc:picChg>
        <pc:picChg chg="add mod">
          <ac:chgData name="Abhishek Wadne" userId="67f29f1fef5011c0" providerId="LiveId" clId="{87419750-BFF5-4BB2-A4F2-BEC787BA5D3A}" dt="2026-05-03T09:53:08.422" v="379" actId="14100"/>
          <ac:picMkLst>
            <pc:docMk/>
            <pc:sldMk cId="1206524963" sldId="270"/>
            <ac:picMk id="12" creationId="{5828E4F5-81AB-94C0-BDCA-4472FB26D5F5}"/>
          </ac:picMkLst>
        </pc:picChg>
        <pc:picChg chg="add mod">
          <ac:chgData name="Abhishek Wadne" userId="67f29f1fef5011c0" providerId="LiveId" clId="{87419750-BFF5-4BB2-A4F2-BEC787BA5D3A}" dt="2026-05-03T09:53:04.561" v="378" actId="1076"/>
          <ac:picMkLst>
            <pc:docMk/>
            <pc:sldMk cId="1206524963" sldId="270"/>
            <ac:picMk id="14" creationId="{9B33D8CF-FDE1-4439-0257-3055EBFCB6A2}"/>
          </ac:picMkLst>
        </pc:picChg>
        <pc:picChg chg="add mod">
          <ac:chgData name="Abhishek Wadne" userId="67f29f1fef5011c0" providerId="LiveId" clId="{87419750-BFF5-4BB2-A4F2-BEC787BA5D3A}" dt="2026-05-03T09:53:12.904" v="381" actId="208"/>
          <ac:picMkLst>
            <pc:docMk/>
            <pc:sldMk cId="1206524963" sldId="270"/>
            <ac:picMk id="16" creationId="{B9D53B95-CE40-2ED5-9DD9-76DF0F191478}"/>
          </ac:picMkLst>
        </pc:picChg>
      </pc:sldChg>
      <pc:sldChg chg="addSp delSp modSp mod">
        <pc:chgData name="Abhishek Wadne" userId="67f29f1fef5011c0" providerId="LiveId" clId="{87419750-BFF5-4BB2-A4F2-BEC787BA5D3A}" dt="2026-05-03T18:17:04.117" v="951" actId="2711"/>
        <pc:sldMkLst>
          <pc:docMk/>
          <pc:sldMk cId="796856606" sldId="271"/>
        </pc:sldMkLst>
        <pc:spChg chg="add mod">
          <ac:chgData name="Abhishek Wadne" userId="67f29f1fef5011c0" providerId="LiveId" clId="{87419750-BFF5-4BB2-A4F2-BEC787BA5D3A}" dt="2026-05-03T18:17:04.117" v="951" actId="2711"/>
          <ac:spMkLst>
            <pc:docMk/>
            <pc:sldMk cId="796856606" sldId="271"/>
            <ac:spMk id="2" creationId="{8FE71292-F114-7B70-CDDC-ADABBA7C2310}"/>
          </ac:spMkLst>
        </pc:spChg>
        <pc:picChg chg="mod">
          <ac:chgData name="Abhishek Wadne" userId="67f29f1fef5011c0" providerId="LiveId" clId="{87419750-BFF5-4BB2-A4F2-BEC787BA5D3A}" dt="2026-05-03T08:42:47.458" v="21" actId="1076"/>
          <ac:picMkLst>
            <pc:docMk/>
            <pc:sldMk cId="796856606" sldId="271"/>
            <ac:picMk id="3" creationId="{E0540CEB-16EB-5AF6-7E60-9ED2BDD49928}"/>
          </ac:picMkLst>
        </pc:picChg>
        <pc:picChg chg="add del">
          <ac:chgData name="Abhishek Wadne" userId="67f29f1fef5011c0" providerId="LiveId" clId="{87419750-BFF5-4BB2-A4F2-BEC787BA5D3A}" dt="2026-05-03T08:46:45.590" v="25" actId="22"/>
          <ac:picMkLst>
            <pc:docMk/>
            <pc:sldMk cId="796856606" sldId="271"/>
            <ac:picMk id="5" creationId="{994C0223-9F2C-EA1F-5E4F-E2C6BD34DFB0}"/>
          </ac:picMkLst>
        </pc:picChg>
        <pc:picChg chg="add del mod">
          <ac:chgData name="Abhishek Wadne" userId="67f29f1fef5011c0" providerId="LiveId" clId="{87419750-BFF5-4BB2-A4F2-BEC787BA5D3A}" dt="2026-05-03T09:37:52.069" v="306" actId="478"/>
          <ac:picMkLst>
            <pc:docMk/>
            <pc:sldMk cId="796856606" sldId="271"/>
            <ac:picMk id="7" creationId="{A98FCC6C-F480-9A21-9C1A-1885A61CFE02}"/>
          </ac:picMkLst>
        </pc:picChg>
        <pc:picChg chg="add mod">
          <ac:chgData name="Abhishek Wadne" userId="67f29f1fef5011c0" providerId="LiveId" clId="{87419750-BFF5-4BB2-A4F2-BEC787BA5D3A}" dt="2026-05-03T10:17:05.542" v="577" actId="1076"/>
          <ac:picMkLst>
            <pc:docMk/>
            <pc:sldMk cId="796856606" sldId="271"/>
            <ac:picMk id="8" creationId="{B24AAF02-3515-25FD-8076-F9E8FD833C2E}"/>
          </ac:picMkLst>
        </pc:picChg>
      </pc:sldChg>
      <pc:sldChg chg="addSp modSp del mod">
        <pc:chgData name="Abhishek Wadne" userId="67f29f1fef5011c0" providerId="LiveId" clId="{87419750-BFF5-4BB2-A4F2-BEC787BA5D3A}" dt="2026-05-03T09:55:43.333" v="383" actId="47"/>
        <pc:sldMkLst>
          <pc:docMk/>
          <pc:sldMk cId="6168100" sldId="272"/>
        </pc:sldMkLst>
        <pc:spChg chg="add mod">
          <ac:chgData name="Abhishek Wadne" userId="67f29f1fef5011c0" providerId="LiveId" clId="{87419750-BFF5-4BB2-A4F2-BEC787BA5D3A}" dt="2026-05-03T08:50:38.082" v="60" actId="1076"/>
          <ac:spMkLst>
            <pc:docMk/>
            <pc:sldMk cId="6168100" sldId="272"/>
            <ac:spMk id="2" creationId="{3D9DCCA0-0556-0194-D971-7B22D3EADA57}"/>
          </ac:spMkLst>
        </pc:spChg>
        <pc:picChg chg="add mod">
          <ac:chgData name="Abhishek Wadne" userId="67f29f1fef5011c0" providerId="LiveId" clId="{87419750-BFF5-4BB2-A4F2-BEC787BA5D3A}" dt="2026-05-03T08:54:27.648" v="68" actId="14861"/>
          <ac:picMkLst>
            <pc:docMk/>
            <pc:sldMk cId="6168100" sldId="272"/>
            <ac:picMk id="5" creationId="{52EEAA86-E6BF-7A00-01A4-36E2B2A705F6}"/>
          </ac:picMkLst>
        </pc:picChg>
      </pc:sldChg>
      <pc:sldChg chg="addSp delSp modSp mod">
        <pc:chgData name="Abhishek Wadne" userId="67f29f1fef5011c0" providerId="LiveId" clId="{87419750-BFF5-4BB2-A4F2-BEC787BA5D3A}" dt="2026-05-03T18:17:40.064" v="960" actId="1076"/>
        <pc:sldMkLst>
          <pc:docMk/>
          <pc:sldMk cId="2743635588" sldId="273"/>
        </pc:sldMkLst>
        <pc:spChg chg="add mod">
          <ac:chgData name="Abhishek Wadne" userId="67f29f1fef5011c0" providerId="LiveId" clId="{87419750-BFF5-4BB2-A4F2-BEC787BA5D3A}" dt="2026-05-03T18:17:40.064" v="960" actId="1076"/>
          <ac:spMkLst>
            <pc:docMk/>
            <pc:sldMk cId="2743635588" sldId="273"/>
            <ac:spMk id="2" creationId="{874295D9-3A54-E461-0C5D-70707D48932A}"/>
          </ac:spMkLst>
        </pc:spChg>
        <pc:picChg chg="add del mod">
          <ac:chgData name="Abhishek Wadne" userId="67f29f1fef5011c0" providerId="LiveId" clId="{87419750-BFF5-4BB2-A4F2-BEC787BA5D3A}" dt="2026-05-03T09:55:39.527" v="382" actId="478"/>
          <ac:picMkLst>
            <pc:docMk/>
            <pc:sldMk cId="2743635588" sldId="273"/>
            <ac:picMk id="5" creationId="{A51303B3-FDCC-B6DC-6C2D-A5768B6A8AAF}"/>
          </ac:picMkLst>
        </pc:picChg>
        <pc:picChg chg="add mod">
          <ac:chgData name="Abhishek Wadne" userId="67f29f1fef5011c0" providerId="LiveId" clId="{87419750-BFF5-4BB2-A4F2-BEC787BA5D3A}" dt="2026-05-03T10:16:12.633" v="568" actId="1076"/>
          <ac:picMkLst>
            <pc:docMk/>
            <pc:sldMk cId="2743635588" sldId="273"/>
            <ac:picMk id="7" creationId="{FECBBF25-52DB-912F-2DF8-85A263620953}"/>
          </ac:picMkLst>
        </pc:picChg>
      </pc:sldChg>
      <pc:sldChg chg="addSp modSp mod">
        <pc:chgData name="Abhishek Wadne" userId="67f29f1fef5011c0" providerId="LiveId" clId="{87419750-BFF5-4BB2-A4F2-BEC787BA5D3A}" dt="2026-05-03T18:18:17.053" v="968" actId="2711"/>
        <pc:sldMkLst>
          <pc:docMk/>
          <pc:sldMk cId="2876043198" sldId="274"/>
        </pc:sldMkLst>
        <pc:spChg chg="add mod">
          <ac:chgData name="Abhishek Wadne" userId="67f29f1fef5011c0" providerId="LiveId" clId="{87419750-BFF5-4BB2-A4F2-BEC787BA5D3A}" dt="2026-05-03T18:18:17.053" v="968" actId="2711"/>
          <ac:spMkLst>
            <pc:docMk/>
            <pc:sldMk cId="2876043198" sldId="274"/>
            <ac:spMk id="2" creationId="{2AE47126-D800-B300-1D1B-E96BE8987451}"/>
          </ac:spMkLst>
        </pc:spChg>
        <pc:picChg chg="add mod">
          <ac:chgData name="Abhishek Wadne" userId="67f29f1fef5011c0" providerId="LiveId" clId="{87419750-BFF5-4BB2-A4F2-BEC787BA5D3A}" dt="2026-05-03T10:01:51.723" v="431" actId="14861"/>
          <ac:picMkLst>
            <pc:docMk/>
            <pc:sldMk cId="2876043198" sldId="274"/>
            <ac:picMk id="5" creationId="{286F99EF-4406-5769-11BB-3A2F679C336E}"/>
          </ac:picMkLst>
        </pc:picChg>
      </pc:sldChg>
      <pc:sldChg chg="addSp modSp mod">
        <pc:chgData name="Abhishek Wadne" userId="67f29f1fef5011c0" providerId="LiveId" clId="{87419750-BFF5-4BB2-A4F2-BEC787BA5D3A}" dt="2026-05-03T18:19:04.364" v="976" actId="2711"/>
        <pc:sldMkLst>
          <pc:docMk/>
          <pc:sldMk cId="1487858385" sldId="275"/>
        </pc:sldMkLst>
        <pc:spChg chg="add mod">
          <ac:chgData name="Abhishek Wadne" userId="67f29f1fef5011c0" providerId="LiveId" clId="{87419750-BFF5-4BB2-A4F2-BEC787BA5D3A}" dt="2026-05-03T18:19:04.364" v="976" actId="2711"/>
          <ac:spMkLst>
            <pc:docMk/>
            <pc:sldMk cId="1487858385" sldId="275"/>
            <ac:spMk id="2" creationId="{CE48F10C-65E0-DCA8-BB47-DFD96AFD6530}"/>
          </ac:spMkLst>
        </pc:spChg>
        <pc:picChg chg="add mod">
          <ac:chgData name="Abhishek Wadne" userId="67f29f1fef5011c0" providerId="LiveId" clId="{87419750-BFF5-4BB2-A4F2-BEC787BA5D3A}" dt="2026-05-03T10:15:27.674" v="562" actId="1076"/>
          <ac:picMkLst>
            <pc:docMk/>
            <pc:sldMk cId="1487858385" sldId="275"/>
            <ac:picMk id="5" creationId="{6E34726E-F449-6DF1-FA6A-38E1113455D1}"/>
          </ac:picMkLst>
        </pc:picChg>
      </pc:sldChg>
      <pc:sldChg chg="addSp modSp mod">
        <pc:chgData name="Abhishek Wadne" userId="67f29f1fef5011c0" providerId="LiveId" clId="{87419750-BFF5-4BB2-A4F2-BEC787BA5D3A}" dt="2026-05-03T18:19:36.310" v="985" actId="1076"/>
        <pc:sldMkLst>
          <pc:docMk/>
          <pc:sldMk cId="720364985" sldId="276"/>
        </pc:sldMkLst>
        <pc:spChg chg="add mod">
          <ac:chgData name="Abhishek Wadne" userId="67f29f1fef5011c0" providerId="LiveId" clId="{87419750-BFF5-4BB2-A4F2-BEC787BA5D3A}" dt="2026-05-03T18:19:36.310" v="985" actId="1076"/>
          <ac:spMkLst>
            <pc:docMk/>
            <pc:sldMk cId="720364985" sldId="276"/>
            <ac:spMk id="2" creationId="{81DC0B8C-2855-7C0E-133C-7915EF9FD8A4}"/>
          </ac:spMkLst>
        </pc:spChg>
        <pc:picChg chg="add mod">
          <ac:chgData name="Abhishek Wadne" userId="67f29f1fef5011c0" providerId="LiveId" clId="{87419750-BFF5-4BB2-A4F2-BEC787BA5D3A}" dt="2026-05-03T10:10:17.564" v="511" actId="14861"/>
          <ac:picMkLst>
            <pc:docMk/>
            <pc:sldMk cId="720364985" sldId="276"/>
            <ac:picMk id="5" creationId="{7D84B689-8A75-2276-E992-17B1237225FA}"/>
          </ac:picMkLst>
        </pc:picChg>
      </pc:sldChg>
      <pc:sldChg chg="addSp delSp modSp mod">
        <pc:chgData name="Abhishek Wadne" userId="67f29f1fef5011c0" providerId="LiveId" clId="{87419750-BFF5-4BB2-A4F2-BEC787BA5D3A}" dt="2026-05-03T18:20:36.468" v="995" actId="2711"/>
        <pc:sldMkLst>
          <pc:docMk/>
          <pc:sldMk cId="3908162961" sldId="277"/>
        </pc:sldMkLst>
        <pc:spChg chg="add del mod">
          <ac:chgData name="Abhishek Wadne" userId="67f29f1fef5011c0" providerId="LiveId" clId="{87419750-BFF5-4BB2-A4F2-BEC787BA5D3A}" dt="2026-05-03T10:13:24.380" v="528" actId="478"/>
          <ac:spMkLst>
            <pc:docMk/>
            <pc:sldMk cId="3908162961" sldId="277"/>
            <ac:spMk id="2" creationId="{E6488061-C8ED-6C01-F30A-FC5E6887A86A}"/>
          </ac:spMkLst>
        </pc:spChg>
        <pc:spChg chg="add mod">
          <ac:chgData name="Abhishek Wadne" userId="67f29f1fef5011c0" providerId="LiveId" clId="{87419750-BFF5-4BB2-A4F2-BEC787BA5D3A}" dt="2026-05-03T18:20:36.468" v="995" actId="2711"/>
          <ac:spMkLst>
            <pc:docMk/>
            <pc:sldMk cId="3908162961" sldId="277"/>
            <ac:spMk id="5" creationId="{60FC7035-28B7-C0CC-C03F-0A4E731D2252}"/>
          </ac:spMkLst>
        </pc:spChg>
        <pc:picChg chg="add mod">
          <ac:chgData name="Abhishek Wadne" userId="67f29f1fef5011c0" providerId="LiveId" clId="{87419750-BFF5-4BB2-A4F2-BEC787BA5D3A}" dt="2026-05-03T18:20:24.863" v="994" actId="14100"/>
          <ac:picMkLst>
            <pc:docMk/>
            <pc:sldMk cId="3908162961" sldId="277"/>
            <ac:picMk id="7" creationId="{2BFA776F-2B00-6FE2-BFFD-1C40ED755FA0}"/>
          </ac:picMkLst>
        </pc:picChg>
      </pc:sldChg>
      <pc:sldChg chg="addSp modSp mod">
        <pc:chgData name="Abhishek Wadne" userId="67f29f1fef5011c0" providerId="LiveId" clId="{87419750-BFF5-4BB2-A4F2-BEC787BA5D3A}" dt="2026-05-03T18:21:25.749" v="1002" actId="2711"/>
        <pc:sldMkLst>
          <pc:docMk/>
          <pc:sldMk cId="715260124" sldId="278"/>
        </pc:sldMkLst>
        <pc:spChg chg="add mod">
          <ac:chgData name="Abhishek Wadne" userId="67f29f1fef5011c0" providerId="LiveId" clId="{87419750-BFF5-4BB2-A4F2-BEC787BA5D3A}" dt="2026-05-03T18:21:25.749" v="1002" actId="2711"/>
          <ac:spMkLst>
            <pc:docMk/>
            <pc:sldMk cId="715260124" sldId="278"/>
            <ac:spMk id="2" creationId="{0ABEA78B-4FA2-6C94-410F-BFE24939517F}"/>
          </ac:spMkLst>
        </pc:spChg>
        <pc:picChg chg="add mod">
          <ac:chgData name="Abhishek Wadne" userId="67f29f1fef5011c0" providerId="LiveId" clId="{87419750-BFF5-4BB2-A4F2-BEC787BA5D3A}" dt="2026-05-03T10:25:01.556" v="637" actId="14861"/>
          <ac:picMkLst>
            <pc:docMk/>
            <pc:sldMk cId="715260124" sldId="278"/>
            <ac:picMk id="5" creationId="{627B61F7-F8F2-A5D2-B344-A2ECF629590B}"/>
          </ac:picMkLst>
        </pc:picChg>
      </pc:sldChg>
      <pc:sldChg chg="addSp modSp mod">
        <pc:chgData name="Abhishek Wadne" userId="67f29f1fef5011c0" providerId="LiveId" clId="{87419750-BFF5-4BB2-A4F2-BEC787BA5D3A}" dt="2026-05-03T18:22:14.670" v="1010" actId="2711"/>
        <pc:sldMkLst>
          <pc:docMk/>
          <pc:sldMk cId="1000694124" sldId="279"/>
        </pc:sldMkLst>
        <pc:spChg chg="add mod">
          <ac:chgData name="Abhishek Wadne" userId="67f29f1fef5011c0" providerId="LiveId" clId="{87419750-BFF5-4BB2-A4F2-BEC787BA5D3A}" dt="2026-05-03T18:22:14.670" v="1010" actId="2711"/>
          <ac:spMkLst>
            <pc:docMk/>
            <pc:sldMk cId="1000694124" sldId="279"/>
            <ac:spMk id="2" creationId="{8BD9BEAD-2A9B-971D-3B2F-CD6C4E57B741}"/>
          </ac:spMkLst>
        </pc:spChg>
        <pc:picChg chg="add mod">
          <ac:chgData name="Abhishek Wadne" userId="67f29f1fef5011c0" providerId="LiveId" clId="{87419750-BFF5-4BB2-A4F2-BEC787BA5D3A}" dt="2026-05-03T10:29:22.449" v="686" actId="14861"/>
          <ac:picMkLst>
            <pc:docMk/>
            <pc:sldMk cId="1000694124" sldId="279"/>
            <ac:picMk id="5" creationId="{31E3D20D-430B-1FA4-66FD-339387C50676}"/>
          </ac:picMkLst>
        </pc:picChg>
      </pc:sldChg>
      <pc:sldChg chg="addSp modSp mod">
        <pc:chgData name="Abhishek Wadne" userId="67f29f1fef5011c0" providerId="LiveId" clId="{87419750-BFF5-4BB2-A4F2-BEC787BA5D3A}" dt="2026-05-03T18:23:17.530" v="1017" actId="2711"/>
        <pc:sldMkLst>
          <pc:docMk/>
          <pc:sldMk cId="1613607277" sldId="280"/>
        </pc:sldMkLst>
        <pc:spChg chg="add mod">
          <ac:chgData name="Abhishek Wadne" userId="67f29f1fef5011c0" providerId="LiveId" clId="{87419750-BFF5-4BB2-A4F2-BEC787BA5D3A}" dt="2026-05-03T18:23:17.530" v="1017" actId="2711"/>
          <ac:spMkLst>
            <pc:docMk/>
            <pc:sldMk cId="1613607277" sldId="280"/>
            <ac:spMk id="2" creationId="{1AC7E7C3-FCDB-856F-49D4-F2ED64BE6C66}"/>
          </ac:spMkLst>
        </pc:spChg>
        <pc:picChg chg="add mod">
          <ac:chgData name="Abhishek Wadne" userId="67f29f1fef5011c0" providerId="LiveId" clId="{87419750-BFF5-4BB2-A4F2-BEC787BA5D3A}" dt="2026-05-03T18:22:49.377" v="1016" actId="14100"/>
          <ac:picMkLst>
            <pc:docMk/>
            <pc:sldMk cId="1613607277" sldId="280"/>
            <ac:picMk id="5" creationId="{266B8C5A-0CA3-9285-7CB1-552A4FAD321B}"/>
          </ac:picMkLst>
        </pc:picChg>
      </pc:sldChg>
      <pc:sldChg chg="addSp delSp modSp add mod">
        <pc:chgData name="Abhishek Wadne" userId="67f29f1fef5011c0" providerId="LiveId" clId="{87419750-BFF5-4BB2-A4F2-BEC787BA5D3A}" dt="2026-05-03T18:31:30.929" v="1053" actId="478"/>
        <pc:sldMkLst>
          <pc:docMk/>
          <pc:sldMk cId="3248652628" sldId="281"/>
        </pc:sldMkLst>
        <pc:spChg chg="add mod">
          <ac:chgData name="Abhishek Wadne" userId="67f29f1fef5011c0" providerId="LiveId" clId="{87419750-BFF5-4BB2-A4F2-BEC787BA5D3A}" dt="2026-05-03T18:28:48.908" v="1047" actId="113"/>
          <ac:spMkLst>
            <pc:docMk/>
            <pc:sldMk cId="3248652628" sldId="281"/>
            <ac:spMk id="4" creationId="{91E8E792-CAF9-6741-0733-7C11ABA52E8C}"/>
          </ac:spMkLst>
        </pc:spChg>
        <pc:spChg chg="add mod">
          <ac:chgData name="Abhishek Wadne" userId="67f29f1fef5011c0" providerId="LiveId" clId="{87419750-BFF5-4BB2-A4F2-BEC787BA5D3A}" dt="2026-05-03T09:28:23.019" v="299" actId="403"/>
          <ac:spMkLst>
            <pc:docMk/>
            <pc:sldMk cId="3248652628" sldId="281"/>
            <ac:spMk id="5" creationId="{DA09439C-ED6D-5B18-700F-629B367B703C}"/>
          </ac:spMkLst>
        </pc:spChg>
        <pc:picChg chg="add del mod">
          <ac:chgData name="Abhishek Wadne" userId="67f29f1fef5011c0" providerId="LiveId" clId="{87419750-BFF5-4BB2-A4F2-BEC787BA5D3A}" dt="2026-05-03T18:31:30.929" v="1053" actId="478"/>
          <ac:picMkLst>
            <pc:docMk/>
            <pc:sldMk cId="3248652628" sldId="281"/>
            <ac:picMk id="6" creationId="{80A6921C-D31C-3854-321E-FD1DBC353FEB}"/>
          </ac:picMkLst>
        </pc:picChg>
      </pc:sldChg>
      <pc:sldChg chg="add del">
        <pc:chgData name="Abhishek Wadne" userId="67f29f1fef5011c0" providerId="LiveId" clId="{87419750-BFF5-4BB2-A4F2-BEC787BA5D3A}" dt="2026-05-03T09:34:53.168" v="303" actId="47"/>
        <pc:sldMkLst>
          <pc:docMk/>
          <pc:sldMk cId="219642941" sldId="282"/>
        </pc:sldMkLst>
      </pc:sldChg>
      <pc:sldChg chg="addSp delSp modSp add mod">
        <pc:chgData name="Abhishek Wadne" userId="67f29f1fef5011c0" providerId="LiveId" clId="{87419750-BFF5-4BB2-A4F2-BEC787BA5D3A}" dt="2026-05-03T18:23:52.707" v="1023" actId="1076"/>
        <pc:sldMkLst>
          <pc:docMk/>
          <pc:sldMk cId="3492361601" sldId="282"/>
        </pc:sldMkLst>
        <pc:spChg chg="del mod">
          <ac:chgData name="Abhishek Wadne" userId="67f29f1fef5011c0" providerId="LiveId" clId="{87419750-BFF5-4BB2-A4F2-BEC787BA5D3A}" dt="2026-05-03T10:33:40.783" v="741" actId="478"/>
          <ac:spMkLst>
            <pc:docMk/>
            <pc:sldMk cId="3492361601" sldId="282"/>
            <ac:spMk id="2" creationId="{1C24DAEB-D378-98BE-90CA-D0EC8B52DB08}"/>
          </ac:spMkLst>
        </pc:spChg>
        <pc:spChg chg="add mod">
          <ac:chgData name="Abhishek Wadne" userId="67f29f1fef5011c0" providerId="LiveId" clId="{87419750-BFF5-4BB2-A4F2-BEC787BA5D3A}" dt="2026-05-03T18:23:52.707" v="1023" actId="1076"/>
          <ac:spMkLst>
            <pc:docMk/>
            <pc:sldMk cId="3492361601" sldId="282"/>
            <ac:spMk id="4" creationId="{C5770A0D-3E93-77D2-1903-27BE762BBBA1}"/>
          </ac:spMkLst>
        </pc:spChg>
        <pc:picChg chg="del">
          <ac:chgData name="Abhishek Wadne" userId="67f29f1fef5011c0" providerId="LiveId" clId="{87419750-BFF5-4BB2-A4F2-BEC787BA5D3A}" dt="2026-05-03T10:33:36.188" v="739" actId="478"/>
          <ac:picMkLst>
            <pc:docMk/>
            <pc:sldMk cId="3492361601" sldId="282"/>
            <ac:picMk id="5" creationId="{F1B4BCE5-435B-B653-9681-7E9C08B267E9}"/>
          </ac:picMkLst>
        </pc:picChg>
        <pc:picChg chg="add mod">
          <ac:chgData name="Abhishek Wadne" userId="67f29f1fef5011c0" providerId="LiveId" clId="{87419750-BFF5-4BB2-A4F2-BEC787BA5D3A}" dt="2026-05-03T10:37:53.160" v="773" actId="14861"/>
          <ac:picMkLst>
            <pc:docMk/>
            <pc:sldMk cId="3492361601" sldId="282"/>
            <ac:picMk id="7" creationId="{AD4CC4F4-4017-F5F4-8AA4-D48B00613FB2}"/>
          </ac:picMkLst>
        </pc:picChg>
      </pc:sldChg>
      <pc:sldChg chg="add del">
        <pc:chgData name="Abhishek Wadne" userId="67f29f1fef5011c0" providerId="LiveId" clId="{87419750-BFF5-4BB2-A4F2-BEC787BA5D3A}" dt="2026-05-03T09:34:53.639" v="304" actId="47"/>
        <pc:sldMkLst>
          <pc:docMk/>
          <pc:sldMk cId="1153879819" sldId="283"/>
        </pc:sldMkLst>
      </pc:sldChg>
      <pc:sldChg chg="add del">
        <pc:chgData name="Abhishek Wadne" userId="67f29f1fef5011c0" providerId="LiveId" clId="{87419750-BFF5-4BB2-A4F2-BEC787BA5D3A}" dt="2026-05-03T10:33:47.867" v="743" actId="47"/>
        <pc:sldMkLst>
          <pc:docMk/>
          <pc:sldMk cId="2055713412" sldId="283"/>
        </pc:sldMkLst>
      </pc:sldChg>
      <pc:sldChg chg="add del">
        <pc:chgData name="Abhishek Wadne" userId="67f29f1fef5011c0" providerId="LiveId" clId="{87419750-BFF5-4BB2-A4F2-BEC787BA5D3A}" dt="2026-05-03T09:34:54.452" v="305" actId="47"/>
        <pc:sldMkLst>
          <pc:docMk/>
          <pc:sldMk cId="1627654877" sldId="284"/>
        </pc:sldMkLst>
      </pc:sldChg>
      <pc:sldChg chg="add del">
        <pc:chgData name="Abhishek Wadne" userId="67f29f1fef5011c0" providerId="LiveId" clId="{87419750-BFF5-4BB2-A4F2-BEC787BA5D3A}" dt="2026-05-03T10:44:31.172" v="820" actId="47"/>
        <pc:sldMkLst>
          <pc:docMk/>
          <pc:sldMk cId="3227897332" sldId="284"/>
        </pc:sldMkLst>
      </pc:sldChg>
      <pc:sldChg chg="add del">
        <pc:chgData name="Abhishek Wadne" userId="67f29f1fef5011c0" providerId="LiveId" clId="{87419750-BFF5-4BB2-A4F2-BEC787BA5D3A}" dt="2026-05-03T10:44:31.851" v="821" actId="47"/>
        <pc:sldMkLst>
          <pc:docMk/>
          <pc:sldMk cId="2434010155" sldId="285"/>
        </pc:sldMkLst>
      </pc:sldChg>
      <pc:sldChg chg="add del">
        <pc:chgData name="Abhishek Wadne" userId="67f29f1fef5011c0" providerId="LiveId" clId="{87419750-BFF5-4BB2-A4F2-BEC787BA5D3A}" dt="2026-05-03T10:44:32.416" v="822" actId="47"/>
        <pc:sldMkLst>
          <pc:docMk/>
          <pc:sldMk cId="4108069637" sldId="286"/>
        </pc:sldMkLst>
      </pc:sldChg>
      <pc:sldChg chg="add del">
        <pc:chgData name="Abhishek Wadne" userId="67f29f1fef5011c0" providerId="LiveId" clId="{87419750-BFF5-4BB2-A4F2-BEC787BA5D3A}" dt="2026-05-03T10:34:18.982" v="747" actId="47"/>
        <pc:sldMkLst>
          <pc:docMk/>
          <pc:sldMk cId="1818442849" sldId="287"/>
        </pc:sldMkLst>
      </pc:sldChg>
      <pc:sldChg chg="addSp modSp add mod ord">
        <pc:chgData name="Abhishek Wadne" userId="67f29f1fef5011c0" providerId="LiveId" clId="{87419750-BFF5-4BB2-A4F2-BEC787BA5D3A}" dt="2026-05-04T09:12:55.523" v="1139"/>
        <pc:sldMkLst>
          <pc:docMk/>
          <pc:sldMk cId="2144752300" sldId="288"/>
        </pc:sldMkLst>
        <pc:spChg chg="add mod">
          <ac:chgData name="Abhishek Wadne" userId="67f29f1fef5011c0" providerId="LiveId" clId="{87419750-BFF5-4BB2-A4F2-BEC787BA5D3A}" dt="2026-05-03T18:24:27.469" v="1030" actId="1076"/>
          <ac:spMkLst>
            <pc:docMk/>
            <pc:sldMk cId="2144752300" sldId="288"/>
            <ac:spMk id="2" creationId="{D9A57F71-CA30-4FA2-2088-BED8D8B89B98}"/>
          </ac:spMkLst>
        </pc:spChg>
        <pc:picChg chg="add mod">
          <ac:chgData name="Abhishek Wadne" userId="67f29f1fef5011c0" providerId="LiveId" clId="{87419750-BFF5-4BB2-A4F2-BEC787BA5D3A}" dt="2026-05-03T10:41:03.172" v="799" actId="14861"/>
          <ac:picMkLst>
            <pc:docMk/>
            <pc:sldMk cId="2144752300" sldId="288"/>
            <ac:picMk id="5" creationId="{1770A12E-43FC-0292-E3D8-D1DFCD79D937}"/>
          </ac:picMkLst>
        </pc:picChg>
      </pc:sldChg>
      <pc:sldChg chg="addSp modSp add mod">
        <pc:chgData name="Abhishek Wadne" userId="67f29f1fef5011c0" providerId="LiveId" clId="{87419750-BFF5-4BB2-A4F2-BEC787BA5D3A}" dt="2026-05-03T18:25:10.661" v="1038" actId="1076"/>
        <pc:sldMkLst>
          <pc:docMk/>
          <pc:sldMk cId="3566992475" sldId="289"/>
        </pc:sldMkLst>
        <pc:spChg chg="add mod">
          <ac:chgData name="Abhishek Wadne" userId="67f29f1fef5011c0" providerId="LiveId" clId="{87419750-BFF5-4BB2-A4F2-BEC787BA5D3A}" dt="2026-05-03T18:25:10.661" v="1038" actId="1076"/>
          <ac:spMkLst>
            <pc:docMk/>
            <pc:sldMk cId="3566992475" sldId="289"/>
            <ac:spMk id="2" creationId="{CF626845-C93C-A60E-8263-C6A747892E50}"/>
          </ac:spMkLst>
        </pc:spChg>
        <pc:picChg chg="add mod">
          <ac:chgData name="Abhishek Wadne" userId="67f29f1fef5011c0" providerId="LiveId" clId="{87419750-BFF5-4BB2-A4F2-BEC787BA5D3A}" dt="2026-05-03T10:44:19.495" v="819" actId="1076"/>
          <ac:picMkLst>
            <pc:docMk/>
            <pc:sldMk cId="3566992475" sldId="289"/>
            <ac:picMk id="5" creationId="{DDA15C61-25AE-C217-91EB-A0FB51FFF3E2}"/>
          </ac:picMkLst>
        </pc:picChg>
      </pc:sldChg>
      <pc:sldChg chg="addSp delSp modSp add mod">
        <pc:chgData name="Abhishek Wadne" userId="67f29f1fef5011c0" providerId="LiveId" clId="{87419750-BFF5-4BB2-A4F2-BEC787BA5D3A}" dt="2026-05-03T18:25:45.685" v="1043" actId="404"/>
        <pc:sldMkLst>
          <pc:docMk/>
          <pc:sldMk cId="2436573093" sldId="290"/>
        </pc:sldMkLst>
        <pc:spChg chg="add del mod">
          <ac:chgData name="Abhishek Wadne" userId="67f29f1fef5011c0" providerId="LiveId" clId="{87419750-BFF5-4BB2-A4F2-BEC787BA5D3A}" dt="2026-05-03T10:47:37.301" v="852"/>
          <ac:spMkLst>
            <pc:docMk/>
            <pc:sldMk cId="2436573093" sldId="290"/>
            <ac:spMk id="2" creationId="{7951B8AB-2882-DD4F-8262-7FE23436A445}"/>
          </ac:spMkLst>
        </pc:spChg>
        <pc:spChg chg="add mod">
          <ac:chgData name="Abhishek Wadne" userId="67f29f1fef5011c0" providerId="LiveId" clId="{87419750-BFF5-4BB2-A4F2-BEC787BA5D3A}" dt="2026-05-03T18:25:45.685" v="1043" actId="404"/>
          <ac:spMkLst>
            <pc:docMk/>
            <pc:sldMk cId="2436573093" sldId="290"/>
            <ac:spMk id="4" creationId="{53F7247F-7FCE-52DA-4B0B-FA22E5A6AF49}"/>
          </ac:spMkLst>
        </pc:spChg>
        <pc:picChg chg="add mod">
          <ac:chgData name="Abhishek Wadne" userId="67f29f1fef5011c0" providerId="LiveId" clId="{87419750-BFF5-4BB2-A4F2-BEC787BA5D3A}" dt="2026-05-03T10:47:24.687" v="849" actId="14861"/>
          <ac:picMkLst>
            <pc:docMk/>
            <pc:sldMk cId="2436573093" sldId="290"/>
            <ac:picMk id="6" creationId="{7340BA66-EACE-3D91-59D2-9C2D1EBC97A8}"/>
          </ac:picMkLst>
        </pc:picChg>
      </pc:sldChg>
      <pc:sldChg chg="addSp delSp modSp add mod">
        <pc:chgData name="Abhishek Wadne" userId="67f29f1fef5011c0" providerId="LiveId" clId="{87419750-BFF5-4BB2-A4F2-BEC787BA5D3A}" dt="2026-05-03T18:36:14.133" v="1137" actId="1076"/>
        <pc:sldMkLst>
          <pc:docMk/>
          <pc:sldMk cId="3321483308" sldId="291"/>
        </pc:sldMkLst>
        <pc:spChg chg="del mod">
          <ac:chgData name="Abhishek Wadne" userId="67f29f1fef5011c0" providerId="LiveId" clId="{87419750-BFF5-4BB2-A4F2-BEC787BA5D3A}" dt="2026-05-03T18:31:49.752" v="1057" actId="478"/>
          <ac:spMkLst>
            <pc:docMk/>
            <pc:sldMk cId="3321483308" sldId="291"/>
            <ac:spMk id="4" creationId="{C5D6400D-806A-19BD-7BF6-3CD7D08836B8}"/>
          </ac:spMkLst>
        </pc:spChg>
        <pc:spChg chg="add mod">
          <ac:chgData name="Abhishek Wadne" userId="67f29f1fef5011c0" providerId="LiveId" clId="{87419750-BFF5-4BB2-A4F2-BEC787BA5D3A}" dt="2026-05-03T18:34:02.608" v="1119" actId="403"/>
          <ac:spMkLst>
            <pc:docMk/>
            <pc:sldMk cId="3321483308" sldId="291"/>
            <ac:spMk id="7" creationId="{C5ED5D53-2650-BD1D-3420-A3FC3892673A}"/>
          </ac:spMkLst>
        </pc:spChg>
        <pc:picChg chg="add del mod">
          <ac:chgData name="Abhishek Wadne" userId="67f29f1fef5011c0" providerId="LiveId" clId="{87419750-BFF5-4BB2-A4F2-BEC787BA5D3A}" dt="2026-05-03T18:34:56.288" v="1123" actId="478"/>
          <ac:picMkLst>
            <pc:docMk/>
            <pc:sldMk cId="3321483308" sldId="291"/>
            <ac:picMk id="5" creationId="{E7D4F088-02B7-FBB3-C7EB-6793728AB540}"/>
          </ac:picMkLst>
        </pc:picChg>
        <pc:picChg chg="del">
          <ac:chgData name="Abhishek Wadne" userId="67f29f1fef5011c0" providerId="LiveId" clId="{87419750-BFF5-4BB2-A4F2-BEC787BA5D3A}" dt="2026-05-03T18:31:44.344" v="1055" actId="478"/>
          <ac:picMkLst>
            <pc:docMk/>
            <pc:sldMk cId="3321483308" sldId="291"/>
            <ac:picMk id="6" creationId="{A83F84DA-CE74-4EFA-C8E0-02813123927B}"/>
          </ac:picMkLst>
        </pc:picChg>
        <pc:picChg chg="add mod">
          <ac:chgData name="Abhishek Wadne" userId="67f29f1fef5011c0" providerId="LiveId" clId="{87419750-BFF5-4BB2-A4F2-BEC787BA5D3A}" dt="2026-05-03T18:36:14.133" v="1137" actId="1076"/>
          <ac:picMkLst>
            <pc:docMk/>
            <pc:sldMk cId="3321483308" sldId="291"/>
            <ac:picMk id="9" creationId="{281A4E64-423F-C2EC-68D8-F7DABA83A1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BE2A8-D9A3-4D4C-907E-726BC8D776B2}" type="datetimeFigureOut">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CB5F5-4FAA-4C5C-9F61-11F9C49757F0}" type="slidenum">
              <a:rPr lang="en-IN" smtClean="0"/>
              <a:t>‹#›</a:t>
            </a:fld>
            <a:endParaRPr lang="en-IN"/>
          </a:p>
        </p:txBody>
      </p:sp>
    </p:spTree>
    <p:extLst>
      <p:ext uri="{BB962C8B-B14F-4D97-AF65-F5344CB8AC3E}">
        <p14:creationId xmlns:p14="http://schemas.microsoft.com/office/powerpoint/2010/main" val="14851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0CB5F5-4FAA-4C5C-9F61-11F9C49757F0}" type="slidenum">
              <a:rPr lang="en-IN" smtClean="0"/>
              <a:t>7</a:t>
            </a:fld>
            <a:endParaRPr lang="en-IN"/>
          </a:p>
        </p:txBody>
      </p:sp>
    </p:spTree>
    <p:extLst>
      <p:ext uri="{BB962C8B-B14F-4D97-AF65-F5344CB8AC3E}">
        <p14:creationId xmlns:p14="http://schemas.microsoft.com/office/powerpoint/2010/main" val="2862059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9D39-F13C-0F92-BE5F-6643E628B4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FB71D8-6693-FF54-5376-40B12F0EE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E91487-E771-5944-18AF-6C264EB6D0BB}"/>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B79A86BA-B17B-40EB-941C-651E18884B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E46999-1247-B63A-4B73-AA3C548A33DD}"/>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185606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1666D-9584-F523-4970-27029FE46E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2A8302-3BD7-0779-9CBD-0BE7D1A9AE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D78EE0-C8D3-F5F7-8037-C667A9111290}"/>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3D1F29D5-283E-843C-D59F-11A1EB3BF6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7F34F-4967-D387-97FF-40CA207A7099}"/>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159710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EA15-8CCC-7C71-DA20-2671EA078D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C7B58E-E358-CE64-2A13-FD798E8F27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7436D9-4E02-D748-5B4C-F2D4CFF97CC3}"/>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5DA507D5-4692-60F5-A7A8-D6672B3DD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7B3100-24BE-F9C7-9843-05A4F40DF284}"/>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2608041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80AF4-D521-C973-F01B-DD9B1EF016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742B82-19F8-CC37-D696-A32A445A7D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187C80-18E7-2F5F-67BF-F52381E28A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D646E7-40DD-E585-4932-2956A27AB823}"/>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6" name="Footer Placeholder 5">
            <a:extLst>
              <a:ext uri="{FF2B5EF4-FFF2-40B4-BE49-F238E27FC236}">
                <a16:creationId xmlns:a16="http://schemas.microsoft.com/office/drawing/2014/main" id="{881BC5D5-F3F0-0D6E-9BA4-07D89DBF7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1C2D5-D3EF-6D5F-93B4-5EE62D6244ED}"/>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1552880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8E1C9-ABC8-C773-A3E5-026CDFD80C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3A90C3-8DCD-4956-4AC2-5253D7B55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B67065-C3BB-7288-37FB-4C91238283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CDF64A-D6F4-00AB-AF15-FF961389A0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D85AF7-B1B8-2DEC-025D-3CD8761898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1CFF73-6AE1-2D1F-5AF3-5D1DAEC293FB}"/>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8" name="Footer Placeholder 7">
            <a:extLst>
              <a:ext uri="{FF2B5EF4-FFF2-40B4-BE49-F238E27FC236}">
                <a16:creationId xmlns:a16="http://schemas.microsoft.com/office/drawing/2014/main" id="{01347356-AAD8-3F86-A669-179EA0C031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172C04-3F48-D33D-70B4-4BE9879F9428}"/>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196180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C83B-6DEC-F9DE-B1FA-D572E3B20E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F5CF6E-DA03-03C5-428F-C05939952700}"/>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4" name="Footer Placeholder 3">
            <a:extLst>
              <a:ext uri="{FF2B5EF4-FFF2-40B4-BE49-F238E27FC236}">
                <a16:creationId xmlns:a16="http://schemas.microsoft.com/office/drawing/2014/main" id="{867615D9-7EBF-9F70-512D-3E288FE0FC0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470BB4-EA37-0985-8C83-B0277E4B59AF}"/>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892039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90E013-8318-EC24-9C00-45347A3F4590}"/>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3" name="Footer Placeholder 2">
            <a:extLst>
              <a:ext uri="{FF2B5EF4-FFF2-40B4-BE49-F238E27FC236}">
                <a16:creationId xmlns:a16="http://schemas.microsoft.com/office/drawing/2014/main" id="{ABDA2056-9D59-4932-E87D-CD081D00B6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906478-E4EC-72DF-58C8-17980312DD49}"/>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907048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A85E7-F846-4CF0-0BF0-B1957F0ED6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571CD9-F715-8C01-1A46-67CFA9CC10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134DA1-1A70-DA4A-5609-A2D00619C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3D2E3-BD0B-B154-6AF3-F66BBB289ABC}"/>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6" name="Footer Placeholder 5">
            <a:extLst>
              <a:ext uri="{FF2B5EF4-FFF2-40B4-BE49-F238E27FC236}">
                <a16:creationId xmlns:a16="http://schemas.microsoft.com/office/drawing/2014/main" id="{396A1370-B113-74FF-836F-A5CA7C0D0C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F01D34-5ABF-7A51-6A23-D43F47819E29}"/>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3203156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D4AB-5FA2-CA65-DDFE-18F9E7E6D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2D89A2-9D54-41BC-9459-48081721EA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A72A69-8C21-BFC9-11FF-71CD878B26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399517-D685-AADB-98E7-96B0FF2897D4}"/>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6" name="Footer Placeholder 5">
            <a:extLst>
              <a:ext uri="{FF2B5EF4-FFF2-40B4-BE49-F238E27FC236}">
                <a16:creationId xmlns:a16="http://schemas.microsoft.com/office/drawing/2014/main" id="{7BD26D58-DEEA-9E07-C766-DF632FE57F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F181AF-F97A-176F-45F9-E0BB6E779BE0}"/>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2872378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59DC1-F3A4-437B-57DF-02D27DB302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FE1D77-EEF2-C707-5B40-D496935844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CDAD14-2B3E-C089-401B-F503D6E5FF4D}"/>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9E289F43-EEBD-39FB-DE03-AFF8C237B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70F887-B86A-758B-AAF3-DED95D0E33EE}"/>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117970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3057BD-CA5B-6629-052D-B6AF06B47C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74427B-531C-3B30-F74B-CF3F536AB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448933-7A90-CA35-B203-A1A49723F7C7}"/>
              </a:ext>
            </a:extLst>
          </p:cNvPr>
          <p:cNvSpPr>
            <a:spLocks noGrp="1"/>
          </p:cNvSpPr>
          <p:nvPr>
            <p:ph type="dt" sz="half" idx="10"/>
          </p:nvPr>
        </p:nvSpPr>
        <p:spPr/>
        <p:txBody>
          <a:body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6E26C002-13F9-9CB6-E48A-F0F84F5124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7BAFC9-10BC-20AB-874C-18C452ACF0A0}"/>
              </a:ext>
            </a:extLst>
          </p:cNvPr>
          <p:cNvSpPr>
            <a:spLocks noGrp="1"/>
          </p:cNvSpPr>
          <p:nvPr>
            <p:ph type="sldNum" sz="quarter" idx="12"/>
          </p:nvPr>
        </p:nvSpPr>
        <p:spPr/>
        <p:txBody>
          <a:bodyPr/>
          <a:lstStyle/>
          <a:p>
            <a:fld id="{9BD16961-2E79-4013-8C6F-8FA7BF9875CE}" type="slidenum">
              <a:rPr lang="en-IN" smtClean="0"/>
              <a:t>‹#›</a:t>
            </a:fld>
            <a:endParaRPr lang="en-IN"/>
          </a:p>
        </p:txBody>
      </p:sp>
    </p:spTree>
    <p:extLst>
      <p:ext uri="{BB962C8B-B14F-4D97-AF65-F5344CB8AC3E}">
        <p14:creationId xmlns:p14="http://schemas.microsoft.com/office/powerpoint/2010/main" val="361378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7A47E2-D974-673F-55A7-0AD3DAD4B6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9CEF3C-EE31-5CCC-35D2-517B89A963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C99F5F-AD1D-BF1D-1B0D-D95B6E46ED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6EB40-0410-4B3D-8DE4-38CF9420928C}" type="datetimeFigureOut">
              <a:rPr lang="en-IN" smtClean="0"/>
              <a:t>04-05-2026</a:t>
            </a:fld>
            <a:endParaRPr lang="en-IN"/>
          </a:p>
        </p:txBody>
      </p:sp>
      <p:sp>
        <p:nvSpPr>
          <p:cNvPr id="5" name="Footer Placeholder 4">
            <a:extLst>
              <a:ext uri="{FF2B5EF4-FFF2-40B4-BE49-F238E27FC236}">
                <a16:creationId xmlns:a16="http://schemas.microsoft.com/office/drawing/2014/main" id="{9F794721-C36B-CEC8-49E1-5DF04A90EB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85CBE8-46B3-103F-5F75-54F201D372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16961-2E79-4013-8C6F-8FA7BF9875CE}" type="slidenum">
              <a:rPr lang="en-IN" smtClean="0"/>
              <a:t>‹#›</a:t>
            </a:fld>
            <a:endParaRPr lang="en-IN"/>
          </a:p>
        </p:txBody>
      </p:sp>
    </p:spTree>
    <p:extLst>
      <p:ext uri="{BB962C8B-B14F-4D97-AF65-F5344CB8AC3E}">
        <p14:creationId xmlns:p14="http://schemas.microsoft.com/office/powerpoint/2010/main" val="1355142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13E09A-9698-3C51-5780-0AB2766E2280}"/>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19664"/>
            <a:ext cx="12192000" cy="6858000"/>
          </a:xfrm>
          <a:prstGeom prst="rect">
            <a:avLst/>
          </a:prstGeom>
        </p:spPr>
      </p:pic>
      <p:sp>
        <p:nvSpPr>
          <p:cNvPr id="5" name="TextBox 4">
            <a:extLst>
              <a:ext uri="{FF2B5EF4-FFF2-40B4-BE49-F238E27FC236}">
                <a16:creationId xmlns:a16="http://schemas.microsoft.com/office/drawing/2014/main" id="{029BFB09-5BC1-2D78-E81A-3B9FBA299CFC}"/>
              </a:ext>
            </a:extLst>
          </p:cNvPr>
          <p:cNvSpPr txBox="1"/>
          <p:nvPr/>
        </p:nvSpPr>
        <p:spPr>
          <a:xfrm>
            <a:off x="4129550" y="224379"/>
            <a:ext cx="8485238" cy="1938992"/>
          </a:xfrm>
          <a:prstGeom prst="rect">
            <a:avLst/>
          </a:prstGeom>
          <a:noFill/>
        </p:spPr>
        <p:txBody>
          <a:bodyPr wrap="square" rtlCol="0">
            <a:spAutoFit/>
          </a:bodyPr>
          <a:lstStyle/>
          <a:p>
            <a:pPr algn="ctr"/>
            <a:r>
              <a:rPr lang="en-IN" sz="6000" b="1" dirty="0">
                <a:solidFill>
                  <a:schemeClr val="accent6">
                    <a:lumMod val="75000"/>
                  </a:schemeClr>
                </a:solidFill>
                <a:latin typeface="Arial Rounded MT Bold" panose="020F0704030504030204" pitchFamily="34" charset="0"/>
              </a:rPr>
              <a:t>Hotel Management System</a:t>
            </a:r>
          </a:p>
        </p:txBody>
      </p:sp>
      <p:pic>
        <p:nvPicPr>
          <p:cNvPr id="6" name="Picture 5">
            <a:extLst>
              <a:ext uri="{FF2B5EF4-FFF2-40B4-BE49-F238E27FC236}">
                <a16:creationId xmlns:a16="http://schemas.microsoft.com/office/drawing/2014/main" id="{1DB6E1CF-15D8-57A5-DD0E-77F75A8C08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2327" y="3742337"/>
            <a:ext cx="3574045" cy="1091281"/>
          </a:xfrm>
          <a:prstGeom prst="rect">
            <a:avLst/>
          </a:prstGeom>
        </p:spPr>
      </p:pic>
      <p:sp>
        <p:nvSpPr>
          <p:cNvPr id="2" name="TextBox 1">
            <a:extLst>
              <a:ext uri="{FF2B5EF4-FFF2-40B4-BE49-F238E27FC236}">
                <a16:creationId xmlns:a16="http://schemas.microsoft.com/office/drawing/2014/main" id="{78CD2A71-FA98-86D2-DD10-2EB84FE9EF58}"/>
              </a:ext>
            </a:extLst>
          </p:cNvPr>
          <p:cNvSpPr txBox="1"/>
          <p:nvPr/>
        </p:nvSpPr>
        <p:spPr>
          <a:xfrm>
            <a:off x="4385188" y="2315816"/>
            <a:ext cx="8386916" cy="1200329"/>
          </a:xfrm>
          <a:prstGeom prst="rect">
            <a:avLst/>
          </a:prstGeom>
          <a:noFill/>
        </p:spPr>
        <p:txBody>
          <a:bodyPr wrap="square" rtlCol="0">
            <a:spAutoFit/>
          </a:bodyPr>
          <a:lstStyle/>
          <a:p>
            <a:pPr algn="ctr"/>
            <a:r>
              <a:rPr lang="en-IN" sz="3600" b="1" dirty="0">
                <a:solidFill>
                  <a:schemeClr val="accent6">
                    <a:lumMod val="75000"/>
                  </a:schemeClr>
                </a:solidFill>
                <a:latin typeface="Arial Rounded MT Bold" panose="020F0704030504030204" pitchFamily="34" charset="0"/>
              </a:rPr>
              <a:t>Case Study Presentation </a:t>
            </a:r>
          </a:p>
          <a:p>
            <a:pPr algn="ctr"/>
            <a:r>
              <a:rPr lang="en-IN" sz="3600" b="1" dirty="0">
                <a:solidFill>
                  <a:schemeClr val="accent6">
                    <a:lumMod val="75000"/>
                  </a:schemeClr>
                </a:solidFill>
                <a:latin typeface="Arial Rounded MT Bold" panose="020F0704030504030204" pitchFamily="34" charset="0"/>
              </a:rPr>
              <a:t>Using SQL</a:t>
            </a:r>
          </a:p>
        </p:txBody>
      </p:sp>
      <p:sp>
        <p:nvSpPr>
          <p:cNvPr id="4" name="TextBox 3">
            <a:extLst>
              <a:ext uri="{FF2B5EF4-FFF2-40B4-BE49-F238E27FC236}">
                <a16:creationId xmlns:a16="http://schemas.microsoft.com/office/drawing/2014/main" id="{7C416D19-6B68-3757-6BF1-C7218DF65D20}"/>
              </a:ext>
            </a:extLst>
          </p:cNvPr>
          <p:cNvSpPr txBox="1"/>
          <p:nvPr/>
        </p:nvSpPr>
        <p:spPr>
          <a:xfrm>
            <a:off x="5343833" y="5095111"/>
            <a:ext cx="7059561" cy="1077218"/>
          </a:xfrm>
          <a:prstGeom prst="rect">
            <a:avLst/>
          </a:prstGeom>
          <a:noFill/>
          <a:effectLst>
            <a:glow rad="139700">
              <a:schemeClr val="accent6">
                <a:satMod val="175000"/>
                <a:alpha val="40000"/>
              </a:schemeClr>
            </a:glow>
          </a:effectLst>
        </p:spPr>
        <p:txBody>
          <a:bodyPr wrap="square" rtlCol="0">
            <a:spAutoFit/>
          </a:bodyPr>
          <a:lstStyle/>
          <a:p>
            <a:pPr algn="ctr"/>
            <a:r>
              <a:rPr lang="en-IN" sz="3200" b="1" dirty="0">
                <a:solidFill>
                  <a:schemeClr val="accent6">
                    <a:lumMod val="75000"/>
                  </a:schemeClr>
                </a:solidFill>
                <a:latin typeface="Arial Rounded MT Bold" panose="020F0704030504030204" pitchFamily="34" charset="0"/>
              </a:rPr>
              <a:t>By</a:t>
            </a:r>
          </a:p>
          <a:p>
            <a:pPr algn="ctr"/>
            <a:r>
              <a:rPr lang="en-IN" sz="3200" b="1" dirty="0">
                <a:solidFill>
                  <a:schemeClr val="accent6">
                    <a:lumMod val="75000"/>
                  </a:schemeClr>
                </a:solidFill>
                <a:latin typeface="Arial Rounded MT Bold" panose="020F0704030504030204" pitchFamily="34" charset="0"/>
              </a:rPr>
              <a:t>Kajal Hemant More.</a:t>
            </a:r>
          </a:p>
        </p:txBody>
      </p:sp>
      <p:pic>
        <p:nvPicPr>
          <p:cNvPr id="10" name="Picture 9">
            <a:extLst>
              <a:ext uri="{FF2B5EF4-FFF2-40B4-BE49-F238E27FC236}">
                <a16:creationId xmlns:a16="http://schemas.microsoft.com/office/drawing/2014/main" id="{1D36D1C1-B615-AD46-FE3D-3B3743CDC7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364" y="1052420"/>
            <a:ext cx="5473632" cy="4927449"/>
          </a:xfrm>
          <a:prstGeom prst="ellipse">
            <a:avLst/>
          </a:prstGeom>
          <a:ln w="63500" cap="rnd">
            <a:solidFill>
              <a:schemeClr val="accent6">
                <a:lumMod val="75000"/>
              </a:schemeClr>
            </a:solidFill>
          </a:ln>
          <a:effectLst>
            <a:glow rad="228600">
              <a:schemeClr val="accent6">
                <a:satMod val="175000"/>
                <a:alpha val="40000"/>
              </a:schemeClr>
            </a:glow>
            <a:innerShdw blurRad="63500" dist="50800" dir="16200000">
              <a:prstClr val="black">
                <a:alpha val="50000"/>
              </a:prstClr>
            </a:inn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828948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F5C7-32B1-CE04-EEA0-F59E13F3A05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144CA6-98C8-D1FE-3F6C-D551960182F5}"/>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1E8E792-CAF9-6741-0733-7C11ABA52E8C}"/>
              </a:ext>
            </a:extLst>
          </p:cNvPr>
          <p:cNvSpPr txBox="1"/>
          <p:nvPr/>
        </p:nvSpPr>
        <p:spPr>
          <a:xfrm>
            <a:off x="688257" y="1954252"/>
            <a:ext cx="10530349" cy="4247317"/>
          </a:xfrm>
          <a:prstGeom prst="rect">
            <a:avLst/>
          </a:prstGeom>
          <a:noFill/>
        </p:spPr>
        <p:txBody>
          <a:bodyPr wrap="square">
            <a:spAutoFit/>
          </a:bodyPr>
          <a:lstStyle/>
          <a:p>
            <a:pPr algn="ctr"/>
            <a:r>
              <a:rPr lang="en-US" sz="2800" b="1" dirty="0"/>
              <a:t>The main objective of this project is to design a structured relational database that stores and processes data related to guests, rooms, bookings, services, and payments. In this system, SQL is used to create tables, define </a:t>
            </a:r>
            <a:r>
              <a:rPr lang="en-US" sz="2400" dirty="0">
                <a:latin typeface="Arial Rounded MT Bold" panose="020F0704030504030204" pitchFamily="34" charset="0"/>
              </a:rPr>
              <a:t>relationships</a:t>
            </a:r>
            <a:r>
              <a:rPr lang="en-US" sz="2800" b="1" dirty="0"/>
              <a:t> using primary and foreign keys, and perform operations such as inserting, updating, deleting, and retrieving data. The database ensures data consistency, reduces redundancy, and provides fast access to information.</a:t>
            </a:r>
            <a:r>
              <a:rPr lang="en-IN" sz="2800" b="1" dirty="0"/>
              <a:t> This project </a:t>
            </a:r>
            <a:r>
              <a:rPr lang="en-US" sz="2800" b="1" dirty="0"/>
              <a:t>use of including normalization, joins, aggregation functions, group by, having, order by and subqueries.</a:t>
            </a:r>
          </a:p>
          <a:p>
            <a:pPr algn="ctr"/>
            <a:endParaRPr lang="en-US" sz="2000" b="1" dirty="0">
              <a:effectLst/>
            </a:endParaRPr>
          </a:p>
        </p:txBody>
      </p:sp>
      <p:sp>
        <p:nvSpPr>
          <p:cNvPr id="5" name="TextBox 4">
            <a:extLst>
              <a:ext uri="{FF2B5EF4-FFF2-40B4-BE49-F238E27FC236}">
                <a16:creationId xmlns:a16="http://schemas.microsoft.com/office/drawing/2014/main" id="{DA09439C-ED6D-5B18-700F-629B367B703C}"/>
              </a:ext>
            </a:extLst>
          </p:cNvPr>
          <p:cNvSpPr txBox="1"/>
          <p:nvPr/>
        </p:nvSpPr>
        <p:spPr>
          <a:xfrm>
            <a:off x="3598606" y="589936"/>
            <a:ext cx="4709652" cy="769441"/>
          </a:xfrm>
          <a:prstGeom prst="rect">
            <a:avLst/>
          </a:prstGeom>
          <a:noFill/>
        </p:spPr>
        <p:txBody>
          <a:bodyPr wrap="square" rtlCol="0">
            <a:spAutoFit/>
          </a:bodyPr>
          <a:lstStyle/>
          <a:p>
            <a:pPr algn="ctr"/>
            <a:r>
              <a:rPr lang="en-IN" sz="4400" b="1" dirty="0">
                <a:solidFill>
                  <a:schemeClr val="accent6">
                    <a:lumMod val="75000"/>
                  </a:schemeClr>
                </a:solidFill>
                <a:latin typeface="Arial Rounded MT Bold" panose="020F0704030504030204" pitchFamily="34" charset="0"/>
              </a:rPr>
              <a:t>Introduction</a:t>
            </a:r>
            <a:endParaRPr lang="en-IN" sz="4000" b="1" dirty="0">
              <a:solidFill>
                <a:schemeClr val="accent6">
                  <a:lumMod val="75000"/>
                </a:schemeClr>
              </a:solidFill>
              <a:latin typeface="Arial Rounded MT Bold" panose="020F0704030504030204" pitchFamily="34" charset="0"/>
            </a:endParaRPr>
          </a:p>
        </p:txBody>
      </p:sp>
    </p:spTree>
    <p:extLst>
      <p:ext uri="{BB962C8B-B14F-4D97-AF65-F5344CB8AC3E}">
        <p14:creationId xmlns:p14="http://schemas.microsoft.com/office/powerpoint/2010/main" val="324865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D790D-EDDC-0B58-E7AE-B1F24EDCC9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513EBC-92DE-60C8-F652-3D99BB25528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0848D0BA-220D-6AFA-DB5C-57AB7D7BF02B}"/>
              </a:ext>
            </a:extLst>
          </p:cNvPr>
          <p:cNvSpPr txBox="1"/>
          <p:nvPr/>
        </p:nvSpPr>
        <p:spPr>
          <a:xfrm>
            <a:off x="560438" y="170754"/>
            <a:ext cx="11356259" cy="1815882"/>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Create Tables:</a:t>
            </a:r>
          </a:p>
          <a:p>
            <a:pPr algn="ctr"/>
            <a:r>
              <a:rPr lang="en-US" sz="3200" b="1" dirty="0">
                <a:latin typeface="Arial Rounded MT Bold" panose="020F0704030504030204" pitchFamily="34" charset="0"/>
              </a:rPr>
              <a:t>Write SQL statements to create all the tables with the specified columns.</a:t>
            </a:r>
          </a:p>
          <a:p>
            <a:endParaRPr lang="en-IN" sz="24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567387AB-5E24-681B-728A-BECD64D64621}"/>
              </a:ext>
            </a:extLst>
          </p:cNvPr>
          <p:cNvPicPr>
            <a:picLocks noChangeAspect="1"/>
          </p:cNvPicPr>
          <p:nvPr/>
        </p:nvPicPr>
        <p:blipFill>
          <a:blip r:embed="rId3"/>
          <a:stretch>
            <a:fillRect/>
          </a:stretch>
        </p:blipFill>
        <p:spPr>
          <a:xfrm>
            <a:off x="1784861" y="1742976"/>
            <a:ext cx="8756139" cy="4557155"/>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3156496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69AC-CC09-5767-ACF6-6B8B0F11F9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21FE1C-8BF1-92F7-A918-E58DEECEDBFE}"/>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B4C1B8F9-02E0-0251-7E26-94AD1FE1C546}"/>
              </a:ext>
            </a:extLst>
          </p:cNvPr>
          <p:cNvSpPr txBox="1"/>
          <p:nvPr/>
        </p:nvSpPr>
        <p:spPr>
          <a:xfrm>
            <a:off x="1212820" y="-152636"/>
            <a:ext cx="8961120" cy="1938992"/>
          </a:xfrm>
          <a:prstGeom prst="rect">
            <a:avLst/>
          </a:prstGeom>
          <a:noFill/>
        </p:spPr>
        <p:txBody>
          <a:bodyPr wrap="square" rtlCol="0">
            <a:spAutoFit/>
          </a:bodyPr>
          <a:lstStyle/>
          <a:p>
            <a:pPr fontAlgn="base"/>
            <a:endParaRPr lang="en-US" sz="3200" b="1" dirty="0">
              <a:latin typeface="Arial Rounded MT Bold" panose="020F0704030504030204" pitchFamily="34" charset="0"/>
            </a:endParaRPr>
          </a:p>
          <a:p>
            <a:pPr lvl="1" algn="ctr" fontAlgn="base"/>
            <a:r>
              <a:rPr lang="en-IN" sz="2400" b="1" dirty="0">
                <a:solidFill>
                  <a:srgbClr val="FF0000"/>
                </a:solidFill>
                <a:latin typeface="Arial Rounded MT Bold" panose="020F0704030504030204" pitchFamily="34" charset="0"/>
              </a:rPr>
              <a:t>Insert Records:</a:t>
            </a:r>
            <a:endParaRPr lang="en-IN" sz="2400" dirty="0">
              <a:solidFill>
                <a:srgbClr val="FF0000"/>
              </a:solidFill>
              <a:latin typeface="Arial Rounded MT Bold" panose="020F0704030504030204" pitchFamily="34" charset="0"/>
            </a:endParaRPr>
          </a:p>
          <a:p>
            <a:pPr lvl="1" algn="ctr" fontAlgn="base"/>
            <a:r>
              <a:rPr lang="en-US" sz="3200" b="1" dirty="0">
                <a:latin typeface="Arial Rounded MT Bold" panose="020F0704030504030204" pitchFamily="34" charset="0"/>
              </a:rPr>
              <a:t>Insert at least 10 records in all the tables.</a:t>
            </a:r>
          </a:p>
          <a:p>
            <a:endParaRPr lang="en-IN" sz="32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0B413AC9-65B1-14E6-78A0-0F20A6859BAE}"/>
              </a:ext>
            </a:extLst>
          </p:cNvPr>
          <p:cNvPicPr>
            <a:picLocks noChangeAspect="1"/>
          </p:cNvPicPr>
          <p:nvPr/>
        </p:nvPicPr>
        <p:blipFill>
          <a:blip r:embed="rId3"/>
          <a:stretch>
            <a:fillRect/>
          </a:stretch>
        </p:blipFill>
        <p:spPr>
          <a:xfrm>
            <a:off x="205735" y="1490579"/>
            <a:ext cx="4090961" cy="2565649"/>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pic>
        <p:nvPicPr>
          <p:cNvPr id="7" name="Picture 6">
            <a:extLst>
              <a:ext uri="{FF2B5EF4-FFF2-40B4-BE49-F238E27FC236}">
                <a16:creationId xmlns:a16="http://schemas.microsoft.com/office/drawing/2014/main" id="{EDA96B00-AA80-327D-8142-DB25EE0B359A}"/>
              </a:ext>
            </a:extLst>
          </p:cNvPr>
          <p:cNvPicPr>
            <a:picLocks noChangeAspect="1"/>
          </p:cNvPicPr>
          <p:nvPr/>
        </p:nvPicPr>
        <p:blipFill>
          <a:blip r:embed="rId4"/>
          <a:stretch>
            <a:fillRect/>
          </a:stretch>
        </p:blipFill>
        <p:spPr>
          <a:xfrm>
            <a:off x="9213095" y="1530265"/>
            <a:ext cx="2626017" cy="2565649"/>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pic>
        <p:nvPicPr>
          <p:cNvPr id="9" name="Picture 8">
            <a:extLst>
              <a:ext uri="{FF2B5EF4-FFF2-40B4-BE49-F238E27FC236}">
                <a16:creationId xmlns:a16="http://schemas.microsoft.com/office/drawing/2014/main" id="{6F5C87BD-2E8B-4E40-5EC1-FB25C23A8682}"/>
              </a:ext>
            </a:extLst>
          </p:cNvPr>
          <p:cNvPicPr>
            <a:picLocks noChangeAspect="1"/>
          </p:cNvPicPr>
          <p:nvPr/>
        </p:nvPicPr>
        <p:blipFill>
          <a:blip r:embed="rId5"/>
          <a:stretch>
            <a:fillRect/>
          </a:stretch>
        </p:blipFill>
        <p:spPr>
          <a:xfrm>
            <a:off x="4852354" y="1550107"/>
            <a:ext cx="3805082" cy="2525963"/>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pic>
        <p:nvPicPr>
          <p:cNvPr id="12" name="Picture 11">
            <a:extLst>
              <a:ext uri="{FF2B5EF4-FFF2-40B4-BE49-F238E27FC236}">
                <a16:creationId xmlns:a16="http://schemas.microsoft.com/office/drawing/2014/main" id="{5828E4F5-81AB-94C0-BDCA-4472FB26D5F5}"/>
              </a:ext>
            </a:extLst>
          </p:cNvPr>
          <p:cNvPicPr>
            <a:picLocks noChangeAspect="1"/>
          </p:cNvPicPr>
          <p:nvPr/>
        </p:nvPicPr>
        <p:blipFill>
          <a:blip r:embed="rId6"/>
          <a:stretch>
            <a:fillRect/>
          </a:stretch>
        </p:blipFill>
        <p:spPr>
          <a:xfrm>
            <a:off x="372161" y="4403708"/>
            <a:ext cx="3681386" cy="2286198"/>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pic>
        <p:nvPicPr>
          <p:cNvPr id="14" name="Picture 13">
            <a:extLst>
              <a:ext uri="{FF2B5EF4-FFF2-40B4-BE49-F238E27FC236}">
                <a16:creationId xmlns:a16="http://schemas.microsoft.com/office/drawing/2014/main" id="{9B33D8CF-FDE1-4439-0257-3055EBFCB6A2}"/>
              </a:ext>
            </a:extLst>
          </p:cNvPr>
          <p:cNvPicPr>
            <a:picLocks noChangeAspect="1"/>
          </p:cNvPicPr>
          <p:nvPr/>
        </p:nvPicPr>
        <p:blipFill>
          <a:blip r:embed="rId7"/>
          <a:stretch>
            <a:fillRect/>
          </a:stretch>
        </p:blipFill>
        <p:spPr>
          <a:xfrm>
            <a:off x="4594730" y="4391110"/>
            <a:ext cx="3295271" cy="2311394"/>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pic>
        <p:nvPicPr>
          <p:cNvPr id="16" name="Picture 15">
            <a:extLst>
              <a:ext uri="{FF2B5EF4-FFF2-40B4-BE49-F238E27FC236}">
                <a16:creationId xmlns:a16="http://schemas.microsoft.com/office/drawing/2014/main" id="{B9D53B95-CE40-2ED5-9DD9-76DF0F191478}"/>
              </a:ext>
            </a:extLst>
          </p:cNvPr>
          <p:cNvPicPr>
            <a:picLocks noChangeAspect="1"/>
          </p:cNvPicPr>
          <p:nvPr/>
        </p:nvPicPr>
        <p:blipFill>
          <a:blip r:embed="rId8"/>
          <a:stretch>
            <a:fillRect/>
          </a:stretch>
        </p:blipFill>
        <p:spPr>
          <a:xfrm>
            <a:off x="8431184" y="4403708"/>
            <a:ext cx="3485513" cy="2286198"/>
          </a:xfrm>
          <a:prstGeom prst="rect">
            <a:avLst/>
          </a:prstGeom>
          <a:ln w="127000" cap="sq">
            <a:solidFill>
              <a:schemeClr val="accent6">
                <a:lumMod val="75000"/>
              </a:schemeClr>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206524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FBDF1-171B-0098-F0E1-4EC1855414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540CEB-16EB-5AF6-7E60-9ED2BDD4992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8FE71292-F114-7B70-CDDC-ADABBA7C2310}"/>
              </a:ext>
            </a:extLst>
          </p:cNvPr>
          <p:cNvSpPr txBox="1"/>
          <p:nvPr/>
        </p:nvSpPr>
        <p:spPr>
          <a:xfrm>
            <a:off x="0" y="105717"/>
            <a:ext cx="12191999" cy="1538883"/>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Select Records:</a:t>
            </a:r>
            <a:endParaRPr lang="en-IN" sz="2400" dirty="0">
              <a:solidFill>
                <a:srgbClr val="FF0000"/>
              </a:solidFill>
              <a:latin typeface="Arial Rounded MT Bold" panose="020F0704030504030204" pitchFamily="34" charset="0"/>
            </a:endParaRPr>
          </a:p>
          <a:p>
            <a:pPr algn="ctr"/>
            <a:r>
              <a:rPr lang="en-US" sz="2800" b="1" dirty="0">
                <a:latin typeface="Arial Rounded MT Bold" panose="020F0704030504030204" pitchFamily="34" charset="0"/>
              </a:rPr>
              <a:t>Write a query to select all bookings from the Bookings table where the Check Out Date is after January 1, 2024.</a:t>
            </a:r>
          </a:p>
          <a:p>
            <a:endParaRPr lang="en-IN" sz="1400" dirty="0">
              <a:latin typeface="Arial Rounded MT Bold" panose="020F0704030504030204" pitchFamily="34" charset="0"/>
            </a:endParaRPr>
          </a:p>
        </p:txBody>
      </p:sp>
      <p:pic>
        <p:nvPicPr>
          <p:cNvPr id="8" name="Picture 7">
            <a:extLst>
              <a:ext uri="{FF2B5EF4-FFF2-40B4-BE49-F238E27FC236}">
                <a16:creationId xmlns:a16="http://schemas.microsoft.com/office/drawing/2014/main" id="{B24AAF02-3515-25FD-8076-F9E8FD833C2E}"/>
              </a:ext>
            </a:extLst>
          </p:cNvPr>
          <p:cNvPicPr>
            <a:picLocks noChangeAspect="1"/>
          </p:cNvPicPr>
          <p:nvPr/>
        </p:nvPicPr>
        <p:blipFill>
          <a:blip r:embed="rId3"/>
          <a:stretch>
            <a:fillRect/>
          </a:stretch>
        </p:blipFill>
        <p:spPr>
          <a:xfrm>
            <a:off x="2300420" y="1644600"/>
            <a:ext cx="7203440" cy="4829942"/>
          </a:xfrm>
          <a:prstGeom prst="rect">
            <a:avLst/>
          </a:prstGeom>
          <a:ln w="127000" cap="sq">
            <a:solidFill>
              <a:schemeClr val="accent6">
                <a:lumMod val="75000"/>
              </a:schemeClr>
            </a:solidFill>
            <a:miter lim="800000"/>
          </a:ln>
          <a:effectLst>
            <a:glow rad="63500">
              <a:schemeClr val="accent1">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796856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C3C00-A453-74DC-A333-3E628770DA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B5AEAC-4AE6-194A-915C-C47BFD71414F}"/>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874295D9-3A54-E461-0C5D-70707D48932A}"/>
              </a:ext>
            </a:extLst>
          </p:cNvPr>
          <p:cNvSpPr txBox="1"/>
          <p:nvPr/>
        </p:nvSpPr>
        <p:spPr>
          <a:xfrm>
            <a:off x="157317" y="0"/>
            <a:ext cx="12034683" cy="2523768"/>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Where Clause (AND/OR):</a:t>
            </a:r>
          </a:p>
          <a:p>
            <a:pPr algn="ctr"/>
            <a:r>
              <a:rPr lang="en-US" sz="3200" b="1" dirty="0">
                <a:latin typeface="Arial Rounded MT Bold" panose="020F0704030504030204" pitchFamily="34" charset="0"/>
              </a:rPr>
              <a:t>Write a query to select all guests who have a phone number starting with '555' and an email containing 'example.com'.</a:t>
            </a:r>
          </a:p>
          <a:p>
            <a:pPr algn="ctr"/>
            <a:endParaRPr lang="en-US" sz="5400" b="1" dirty="0">
              <a:latin typeface="Arial Rounded MT Bold" panose="020F0704030504030204" pitchFamily="34" charset="0"/>
            </a:endParaRPr>
          </a:p>
          <a:p>
            <a:endParaRPr lang="en-IN" sz="1600" dirty="0">
              <a:latin typeface="Arial Rounded MT Bold" panose="020F0704030504030204" pitchFamily="34" charset="0"/>
            </a:endParaRPr>
          </a:p>
        </p:txBody>
      </p:sp>
      <p:pic>
        <p:nvPicPr>
          <p:cNvPr id="7" name="Picture 6">
            <a:extLst>
              <a:ext uri="{FF2B5EF4-FFF2-40B4-BE49-F238E27FC236}">
                <a16:creationId xmlns:a16="http://schemas.microsoft.com/office/drawing/2014/main" id="{FECBBF25-52DB-912F-2DF8-85A263620953}"/>
              </a:ext>
            </a:extLst>
          </p:cNvPr>
          <p:cNvPicPr>
            <a:picLocks noChangeAspect="1"/>
          </p:cNvPicPr>
          <p:nvPr/>
        </p:nvPicPr>
        <p:blipFill>
          <a:blip r:embed="rId3"/>
          <a:stretch>
            <a:fillRect/>
          </a:stretch>
        </p:blipFill>
        <p:spPr>
          <a:xfrm>
            <a:off x="2045109" y="1927123"/>
            <a:ext cx="7751773" cy="4637037"/>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2743635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001E-F208-9857-0D93-740115203F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54E0185-101A-842D-165F-471F01BCC51C}"/>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2AE47126-D800-B300-1D1B-E96BE8987451}"/>
              </a:ext>
            </a:extLst>
          </p:cNvPr>
          <p:cNvSpPr txBox="1"/>
          <p:nvPr/>
        </p:nvSpPr>
        <p:spPr>
          <a:xfrm>
            <a:off x="884903" y="122506"/>
            <a:ext cx="10294374" cy="1446550"/>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LIKE Operator:</a:t>
            </a:r>
          </a:p>
          <a:p>
            <a:pPr algn="ctr"/>
            <a:r>
              <a:rPr lang="en-US" sz="3200" b="1" dirty="0">
                <a:latin typeface="Arial Rounded MT Bold" panose="020F0704030504030204" pitchFamily="34" charset="0"/>
              </a:rPr>
              <a:t>Write a query to select all rooms where the Room Type contains 'Suite'.</a:t>
            </a:r>
          </a:p>
        </p:txBody>
      </p:sp>
      <p:pic>
        <p:nvPicPr>
          <p:cNvPr id="5" name="Picture 4">
            <a:extLst>
              <a:ext uri="{FF2B5EF4-FFF2-40B4-BE49-F238E27FC236}">
                <a16:creationId xmlns:a16="http://schemas.microsoft.com/office/drawing/2014/main" id="{286F99EF-4406-5769-11BB-3A2F679C336E}"/>
              </a:ext>
            </a:extLst>
          </p:cNvPr>
          <p:cNvPicPr>
            <a:picLocks noChangeAspect="1"/>
          </p:cNvPicPr>
          <p:nvPr/>
        </p:nvPicPr>
        <p:blipFill>
          <a:blip r:embed="rId4"/>
          <a:stretch>
            <a:fillRect/>
          </a:stretch>
        </p:blipFill>
        <p:spPr>
          <a:xfrm>
            <a:off x="2144463" y="1800096"/>
            <a:ext cx="7903074" cy="4335233"/>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2876043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A75C-AB4B-5FE3-3D79-E6C22F2BAA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3C2FA1-6DCF-6291-79A4-190A26291115}"/>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CE48F10C-65E0-DCA8-BB47-DFD96AFD6530}"/>
              </a:ext>
            </a:extLst>
          </p:cNvPr>
          <p:cNvSpPr txBox="1"/>
          <p:nvPr/>
        </p:nvSpPr>
        <p:spPr>
          <a:xfrm>
            <a:off x="108155" y="0"/>
            <a:ext cx="11975690" cy="1785104"/>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CASE Statement:</a:t>
            </a:r>
          </a:p>
          <a:p>
            <a:pPr algn="ctr"/>
            <a:r>
              <a:rPr lang="en-US" sz="2400" b="1" dirty="0">
                <a:latin typeface="Arial Rounded MT Bold" panose="020F0704030504030204" pitchFamily="34" charset="0"/>
              </a:rPr>
              <a:t>Write a query to select Room Number and a new column Discounted Price from the Rooms table. If Price Per Night is greater than $200, set Discounted Price to Price Per Night * 0.8, otherwise Price Per Night.</a:t>
            </a:r>
          </a:p>
          <a:p>
            <a:pPr algn="ctr"/>
            <a:endParaRPr lang="en-IN" sz="14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6E34726E-F449-6DF1-FA6A-38E1113455D1}"/>
              </a:ext>
            </a:extLst>
          </p:cNvPr>
          <p:cNvPicPr>
            <a:picLocks noChangeAspect="1"/>
          </p:cNvPicPr>
          <p:nvPr/>
        </p:nvPicPr>
        <p:blipFill>
          <a:blip r:embed="rId3"/>
          <a:stretch>
            <a:fillRect/>
          </a:stretch>
        </p:blipFill>
        <p:spPr>
          <a:xfrm>
            <a:off x="2163097" y="1721854"/>
            <a:ext cx="7384025" cy="4812716"/>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1487858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F138-9F8E-2FD6-7E3E-A3E40B3739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C709DA6-8B1B-2B28-663C-4F85E715037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81DC0B8C-2855-7C0E-133C-7915EF9FD8A4}"/>
              </a:ext>
            </a:extLst>
          </p:cNvPr>
          <p:cNvSpPr txBox="1"/>
          <p:nvPr/>
        </p:nvSpPr>
        <p:spPr>
          <a:xfrm>
            <a:off x="216309" y="0"/>
            <a:ext cx="11759382" cy="2431435"/>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Subquery:</a:t>
            </a:r>
          </a:p>
          <a:p>
            <a:pPr algn="ctr"/>
            <a:r>
              <a:rPr lang="en-US" sz="3200" b="1" dirty="0">
                <a:latin typeface="Arial Rounded MT Bold" panose="020F0704030504030204" pitchFamily="34" charset="0"/>
              </a:rPr>
              <a:t>Write a query to find all guests who have made bookings with a total amount exceeding $500. Use a subquery to find these Guest IDs.</a:t>
            </a:r>
          </a:p>
          <a:p>
            <a:pPr algn="ctr"/>
            <a:endParaRPr lang="en-IN" sz="32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7D84B689-8A75-2276-E992-17B1237225FA}"/>
              </a:ext>
            </a:extLst>
          </p:cNvPr>
          <p:cNvPicPr>
            <a:picLocks noChangeAspect="1"/>
          </p:cNvPicPr>
          <p:nvPr/>
        </p:nvPicPr>
        <p:blipFill>
          <a:blip r:embed="rId3"/>
          <a:stretch>
            <a:fillRect/>
          </a:stretch>
        </p:blipFill>
        <p:spPr>
          <a:xfrm>
            <a:off x="2025446" y="2019178"/>
            <a:ext cx="7895302" cy="4470112"/>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720364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DAAE-F8FC-AF80-604B-70EEF3047B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213493-B64C-FE02-4377-30937F41FADA}"/>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0FC7035-28B7-C0CC-C03F-0A4E731D2252}"/>
              </a:ext>
            </a:extLst>
          </p:cNvPr>
          <p:cNvSpPr txBox="1"/>
          <p:nvPr/>
        </p:nvSpPr>
        <p:spPr>
          <a:xfrm>
            <a:off x="0" y="0"/>
            <a:ext cx="11877369" cy="1549142"/>
          </a:xfrm>
          <a:prstGeom prst="rect">
            <a:avLst/>
          </a:prstGeom>
          <a:noFill/>
        </p:spPr>
        <p:txBody>
          <a:bodyPr wrap="square">
            <a:spAutoFit/>
          </a:bodyPr>
          <a:lstStyle/>
          <a:p>
            <a:pPr marL="457200" algn="ctr" fontAlgn="base">
              <a:spcAft>
                <a:spcPts val="800"/>
              </a:spcAft>
            </a:pPr>
            <a:r>
              <a:rPr lang="en-IN" sz="2400" b="1" dirty="0">
                <a:solidFill>
                  <a:srgbClr val="FF0000"/>
                </a:solidFill>
                <a:latin typeface="Arial Rounded MT Bold" panose="020F0704030504030204" pitchFamily="34" charset="0"/>
              </a:rPr>
              <a:t>Group By:</a:t>
            </a:r>
          </a:p>
          <a:p>
            <a:pPr marL="457200" algn="ctr" rtl="0" fontAlgn="base">
              <a:spcAft>
                <a:spcPts val="800"/>
              </a:spcAft>
            </a:pPr>
            <a:r>
              <a:rPr lang="en-US" sz="3200" b="1" i="0" u="none" strike="noStrike" dirty="0">
                <a:effectLst/>
                <a:latin typeface="Arial Rounded MT Bold" panose="020F0704030504030204" pitchFamily="34" charset="0"/>
              </a:rPr>
              <a:t>Write a query to get the total number of rooms booked by each Room Type. Group the results by Room Type.</a:t>
            </a:r>
            <a:endParaRPr lang="en-US" sz="2400" b="1" i="0" u="none" strike="noStrike" dirty="0">
              <a:effectLst/>
              <a:latin typeface="Arial Rounded MT Bold" panose="020F0704030504030204" pitchFamily="34" charset="0"/>
            </a:endParaRPr>
          </a:p>
        </p:txBody>
      </p:sp>
      <p:pic>
        <p:nvPicPr>
          <p:cNvPr id="7" name="Picture 6">
            <a:extLst>
              <a:ext uri="{FF2B5EF4-FFF2-40B4-BE49-F238E27FC236}">
                <a16:creationId xmlns:a16="http://schemas.microsoft.com/office/drawing/2014/main" id="{2BFA776F-2B00-6FE2-BFFD-1C40ED755FA0}"/>
              </a:ext>
            </a:extLst>
          </p:cNvPr>
          <p:cNvPicPr>
            <a:picLocks noChangeAspect="1"/>
          </p:cNvPicPr>
          <p:nvPr/>
        </p:nvPicPr>
        <p:blipFill>
          <a:blip r:embed="rId3"/>
          <a:stretch>
            <a:fillRect/>
          </a:stretch>
        </p:blipFill>
        <p:spPr>
          <a:xfrm>
            <a:off x="2458065" y="1702237"/>
            <a:ext cx="7216877" cy="4942117"/>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3908162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7AD2-FA69-6268-CD84-0566C7D53B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F42ECF-56EE-05A4-013D-6D6987F6E73B}"/>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0ABEA78B-4FA2-6C94-410F-BFE24939517F}"/>
              </a:ext>
            </a:extLst>
          </p:cNvPr>
          <p:cNvSpPr txBox="1"/>
          <p:nvPr/>
        </p:nvSpPr>
        <p:spPr>
          <a:xfrm>
            <a:off x="34413" y="0"/>
            <a:ext cx="12123174" cy="2123658"/>
          </a:xfrm>
          <a:prstGeom prst="rect">
            <a:avLst/>
          </a:prstGeom>
          <a:noFill/>
        </p:spPr>
        <p:txBody>
          <a:bodyPr wrap="square" rtlCol="0">
            <a:spAutoFit/>
          </a:bodyPr>
          <a:lstStyle/>
          <a:p>
            <a:pPr algn="ctr"/>
            <a:r>
              <a:rPr lang="en-IN" sz="2000" b="1" dirty="0">
                <a:solidFill>
                  <a:srgbClr val="FF0000"/>
                </a:solidFill>
                <a:latin typeface="Arial Rounded MT Bold" panose="020F0704030504030204" pitchFamily="34" charset="0"/>
              </a:rPr>
              <a:t>Having Clause:</a:t>
            </a:r>
            <a:endParaRPr lang="en-IN" sz="2000" dirty="0">
              <a:solidFill>
                <a:srgbClr val="FF0000"/>
              </a:solidFill>
              <a:latin typeface="Arial Rounded MT Bold" panose="020F0704030504030204" pitchFamily="34" charset="0"/>
            </a:endParaRPr>
          </a:p>
          <a:p>
            <a:pPr algn="ctr"/>
            <a:r>
              <a:rPr lang="en-US" sz="2800" b="1" dirty="0">
                <a:latin typeface="Arial Rounded MT Bold" panose="020F0704030504030204" pitchFamily="34" charset="0"/>
              </a:rPr>
              <a:t>Write a query to get the total amount paid for each booking, but only include bookings where the total amount is greater than $100. Use the HAVING clause.</a:t>
            </a:r>
          </a:p>
          <a:p>
            <a:pPr algn="ctr"/>
            <a:endParaRPr lang="en-IN" sz="28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627B61F7-F8F2-A5D2-B344-A2ECF629590B}"/>
              </a:ext>
            </a:extLst>
          </p:cNvPr>
          <p:cNvPicPr>
            <a:picLocks noChangeAspect="1"/>
          </p:cNvPicPr>
          <p:nvPr/>
        </p:nvPicPr>
        <p:blipFill>
          <a:blip r:embed="rId3"/>
          <a:stretch>
            <a:fillRect/>
          </a:stretch>
        </p:blipFill>
        <p:spPr>
          <a:xfrm>
            <a:off x="2104103" y="1836281"/>
            <a:ext cx="7884786" cy="4721835"/>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715260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33465-3786-2C41-63E2-C3C7BE0045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31A72D-84A1-AE7E-498B-3736983DAF6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8BD9BEAD-2A9B-971D-3B2F-CD6C4E57B741}"/>
              </a:ext>
            </a:extLst>
          </p:cNvPr>
          <p:cNvSpPr txBox="1"/>
          <p:nvPr/>
        </p:nvSpPr>
        <p:spPr>
          <a:xfrm>
            <a:off x="1012722" y="0"/>
            <a:ext cx="10373032" cy="1938992"/>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Limit:</a:t>
            </a:r>
            <a:endParaRPr lang="en-IN" sz="2400" dirty="0">
              <a:solidFill>
                <a:srgbClr val="FF0000"/>
              </a:solidFill>
              <a:latin typeface="Arial Rounded MT Bold" panose="020F0704030504030204" pitchFamily="34" charset="0"/>
            </a:endParaRPr>
          </a:p>
          <a:p>
            <a:pPr algn="ctr"/>
            <a:r>
              <a:rPr lang="en-US" sz="3200" b="1" dirty="0">
                <a:latin typeface="Arial Rounded MT Bold" panose="020F0704030504030204" pitchFamily="34" charset="0"/>
              </a:rPr>
              <a:t>Write a query to select the top 5 guests who have stayed the most number of nights.</a:t>
            </a:r>
          </a:p>
          <a:p>
            <a:pPr algn="ctr"/>
            <a:endParaRPr lang="en-IN" sz="32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31E3D20D-430B-1FA4-66FD-339387C50676}"/>
              </a:ext>
            </a:extLst>
          </p:cNvPr>
          <p:cNvPicPr>
            <a:picLocks noChangeAspect="1"/>
          </p:cNvPicPr>
          <p:nvPr/>
        </p:nvPicPr>
        <p:blipFill>
          <a:blip r:embed="rId3"/>
          <a:stretch>
            <a:fillRect/>
          </a:stretch>
        </p:blipFill>
        <p:spPr>
          <a:xfrm>
            <a:off x="2070831" y="1726975"/>
            <a:ext cx="7873356" cy="4595168"/>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1000694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9278-DA6D-539C-D4AB-D473A8E262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AAEC8F-8185-7924-DDDB-C7A541EFFC1A}"/>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1AC7E7C3-FCDB-856F-49D4-F2ED64BE6C66}"/>
              </a:ext>
            </a:extLst>
          </p:cNvPr>
          <p:cNvSpPr txBox="1"/>
          <p:nvPr/>
        </p:nvSpPr>
        <p:spPr>
          <a:xfrm>
            <a:off x="0" y="-117988"/>
            <a:ext cx="12005187" cy="2431435"/>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Inner Join:</a:t>
            </a:r>
            <a:endParaRPr lang="en-IN" sz="2400" dirty="0">
              <a:solidFill>
                <a:srgbClr val="FF0000"/>
              </a:solidFill>
              <a:latin typeface="Arial Rounded MT Bold" panose="020F0704030504030204" pitchFamily="34" charset="0"/>
            </a:endParaRPr>
          </a:p>
          <a:p>
            <a:pPr algn="ctr"/>
            <a:r>
              <a:rPr lang="en-US" sz="3200" b="1" dirty="0">
                <a:latin typeface="Arial Rounded MT Bold" panose="020F0704030504030204" pitchFamily="34" charset="0"/>
              </a:rPr>
              <a:t>Write a query to join Bookings with Guests to get a list of all bookings with FirstName, LastName, Check In Date, and Check Out Date.</a:t>
            </a:r>
          </a:p>
          <a:p>
            <a:pPr algn="ctr"/>
            <a:endParaRPr lang="en-IN" sz="3200" b="1" dirty="0">
              <a:latin typeface="Arial Rounded MT Bold" panose="020F0704030504030204" pitchFamily="34" charset="0"/>
            </a:endParaRPr>
          </a:p>
        </p:txBody>
      </p:sp>
      <p:pic>
        <p:nvPicPr>
          <p:cNvPr id="5" name="Picture 4">
            <a:extLst>
              <a:ext uri="{FF2B5EF4-FFF2-40B4-BE49-F238E27FC236}">
                <a16:creationId xmlns:a16="http://schemas.microsoft.com/office/drawing/2014/main" id="{266B8C5A-0CA3-9285-7CB1-552A4FAD321B}"/>
              </a:ext>
            </a:extLst>
          </p:cNvPr>
          <p:cNvPicPr>
            <a:picLocks noChangeAspect="1"/>
          </p:cNvPicPr>
          <p:nvPr/>
        </p:nvPicPr>
        <p:blipFill>
          <a:blip r:embed="rId3"/>
          <a:stretch>
            <a:fillRect/>
          </a:stretch>
        </p:blipFill>
        <p:spPr>
          <a:xfrm>
            <a:off x="2133599" y="1858731"/>
            <a:ext cx="7633389" cy="4753715"/>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161360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FB3FA-6060-CFCF-C29B-3A773D9D3B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250B6E-3D94-6CBF-62D5-D1144AE35322}"/>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5770A0D-3E93-77D2-1903-27BE762BBBA1}"/>
              </a:ext>
            </a:extLst>
          </p:cNvPr>
          <p:cNvSpPr txBox="1"/>
          <p:nvPr/>
        </p:nvSpPr>
        <p:spPr>
          <a:xfrm>
            <a:off x="0" y="88490"/>
            <a:ext cx="11690555" cy="1938992"/>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Outer Join:</a:t>
            </a:r>
            <a:endParaRPr lang="en-IN" sz="2400" dirty="0">
              <a:solidFill>
                <a:srgbClr val="FF0000"/>
              </a:solidFill>
              <a:latin typeface="Arial Rounded MT Bold" panose="020F0704030504030204" pitchFamily="34" charset="0"/>
            </a:endParaRPr>
          </a:p>
          <a:p>
            <a:pPr algn="ctr"/>
            <a:r>
              <a:rPr lang="en-US" sz="3200" b="1" dirty="0">
                <a:latin typeface="Arial Rounded MT Bold" panose="020F0704030504030204" pitchFamily="34" charset="0"/>
              </a:rPr>
              <a:t>Write a query to get a list of all rooms and any associated bookings. Include rooms that might not be booked.</a:t>
            </a:r>
          </a:p>
          <a:p>
            <a:pPr algn="ctr"/>
            <a:endParaRPr lang="en-IN" sz="3200" b="1" dirty="0">
              <a:latin typeface="Arial Rounded MT Bold" panose="020F0704030504030204" pitchFamily="34" charset="0"/>
            </a:endParaRPr>
          </a:p>
        </p:txBody>
      </p:sp>
      <p:pic>
        <p:nvPicPr>
          <p:cNvPr id="7" name="Picture 6">
            <a:extLst>
              <a:ext uri="{FF2B5EF4-FFF2-40B4-BE49-F238E27FC236}">
                <a16:creationId xmlns:a16="http://schemas.microsoft.com/office/drawing/2014/main" id="{AD4CC4F4-4017-F5F4-8AA4-D48B00613FB2}"/>
              </a:ext>
            </a:extLst>
          </p:cNvPr>
          <p:cNvPicPr>
            <a:picLocks noChangeAspect="1"/>
          </p:cNvPicPr>
          <p:nvPr/>
        </p:nvPicPr>
        <p:blipFill>
          <a:blip r:embed="rId3"/>
          <a:stretch>
            <a:fillRect/>
          </a:stretch>
        </p:blipFill>
        <p:spPr>
          <a:xfrm>
            <a:off x="2104612" y="1756474"/>
            <a:ext cx="7696805" cy="4557884"/>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349236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5050-D3FE-8C91-2601-E603BD888A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2239329-4EAF-BA49-A365-F9902281DD8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D9A57F71-CA30-4FA2-2088-BED8D8B89B98}"/>
              </a:ext>
            </a:extLst>
          </p:cNvPr>
          <p:cNvSpPr txBox="1"/>
          <p:nvPr/>
        </p:nvSpPr>
        <p:spPr>
          <a:xfrm>
            <a:off x="0" y="-88491"/>
            <a:ext cx="12024851" cy="2431435"/>
          </a:xfrm>
          <a:prstGeom prst="rect">
            <a:avLst/>
          </a:prstGeom>
          <a:noFill/>
        </p:spPr>
        <p:txBody>
          <a:bodyPr wrap="square" rtlCol="0">
            <a:spAutoFit/>
          </a:bodyPr>
          <a:lstStyle/>
          <a:p>
            <a:pPr algn="ctr"/>
            <a:r>
              <a:rPr lang="en-IN" sz="2400" b="1" dirty="0">
                <a:solidFill>
                  <a:srgbClr val="FF0000"/>
                </a:solidFill>
                <a:latin typeface="Arial Rounded MT Bold" panose="020F0704030504030204" pitchFamily="34" charset="0"/>
              </a:rPr>
              <a:t>Join with Aggregation:</a:t>
            </a:r>
          </a:p>
          <a:p>
            <a:pPr algn="ctr"/>
            <a:r>
              <a:rPr lang="en-US" sz="3200" b="1" dirty="0"/>
              <a:t>Write a query to get the total revenue generated by each Room Type. Use an INNER JOIN between Rooms and Bookings, and group by Room Type.</a:t>
            </a:r>
          </a:p>
          <a:p>
            <a:pPr algn="ctr"/>
            <a:endParaRPr lang="en-IN" sz="3200" b="1" dirty="0"/>
          </a:p>
        </p:txBody>
      </p:sp>
      <p:pic>
        <p:nvPicPr>
          <p:cNvPr id="5" name="Picture 4">
            <a:extLst>
              <a:ext uri="{FF2B5EF4-FFF2-40B4-BE49-F238E27FC236}">
                <a16:creationId xmlns:a16="http://schemas.microsoft.com/office/drawing/2014/main" id="{1770A12E-43FC-0292-E3D8-D1DFCD79D937}"/>
              </a:ext>
            </a:extLst>
          </p:cNvPr>
          <p:cNvPicPr>
            <a:picLocks noChangeAspect="1"/>
          </p:cNvPicPr>
          <p:nvPr/>
        </p:nvPicPr>
        <p:blipFill>
          <a:blip r:embed="rId3"/>
          <a:stretch>
            <a:fillRect/>
          </a:stretch>
        </p:blipFill>
        <p:spPr>
          <a:xfrm>
            <a:off x="2054941" y="1924566"/>
            <a:ext cx="7795319" cy="4358891"/>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2144752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F7C47-8346-0184-7E43-B92B9A7AA0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6B3843-8687-87FC-3BE8-08537A8AE2F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CF626845-C93C-A60E-8263-C6A747892E50}"/>
              </a:ext>
            </a:extLst>
          </p:cNvPr>
          <p:cNvSpPr txBox="1"/>
          <p:nvPr/>
        </p:nvSpPr>
        <p:spPr>
          <a:xfrm>
            <a:off x="309716" y="176981"/>
            <a:ext cx="11572567" cy="1692771"/>
          </a:xfrm>
          <a:prstGeom prst="rect">
            <a:avLst/>
          </a:prstGeom>
          <a:noFill/>
        </p:spPr>
        <p:txBody>
          <a:bodyPr wrap="square" rtlCol="0">
            <a:spAutoFit/>
          </a:bodyPr>
          <a:lstStyle/>
          <a:p>
            <a:pPr algn="ctr"/>
            <a:r>
              <a:rPr lang="en-IN" sz="2000" b="1" dirty="0">
                <a:solidFill>
                  <a:srgbClr val="FF0000"/>
                </a:solidFill>
              </a:rPr>
              <a:t>Subquery with Join:</a:t>
            </a:r>
          </a:p>
          <a:p>
            <a:pPr algn="ctr"/>
            <a:r>
              <a:rPr lang="en-US" sz="2800" b="1" dirty="0"/>
              <a:t>Write a query to find all bookings where the total services cost is higher than the average service cost. Use a subquery in the WHERE clause.</a:t>
            </a:r>
          </a:p>
          <a:p>
            <a:pPr algn="ctr"/>
            <a:endParaRPr lang="en-IN" sz="2800" b="1" dirty="0"/>
          </a:p>
        </p:txBody>
      </p:sp>
      <p:pic>
        <p:nvPicPr>
          <p:cNvPr id="5" name="Picture 4">
            <a:extLst>
              <a:ext uri="{FF2B5EF4-FFF2-40B4-BE49-F238E27FC236}">
                <a16:creationId xmlns:a16="http://schemas.microsoft.com/office/drawing/2014/main" id="{DDA15C61-25AE-C217-91EB-A0FB51FFF3E2}"/>
              </a:ext>
            </a:extLst>
          </p:cNvPr>
          <p:cNvPicPr>
            <a:picLocks noChangeAspect="1"/>
          </p:cNvPicPr>
          <p:nvPr/>
        </p:nvPicPr>
        <p:blipFill>
          <a:blip r:embed="rId3"/>
          <a:stretch>
            <a:fillRect/>
          </a:stretch>
        </p:blipFill>
        <p:spPr>
          <a:xfrm>
            <a:off x="2192594" y="1780351"/>
            <a:ext cx="7649496" cy="4726259"/>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3566992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EE8DA-4D5F-AE21-B91E-97F666BEA1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B4A562-71AE-A188-694A-838CB0FBCD6D}"/>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53F7247F-7FCE-52DA-4B0B-FA22E5A6AF49}"/>
              </a:ext>
            </a:extLst>
          </p:cNvPr>
          <p:cNvSpPr txBox="1"/>
          <p:nvPr/>
        </p:nvSpPr>
        <p:spPr>
          <a:xfrm>
            <a:off x="39329" y="137652"/>
            <a:ext cx="12113342" cy="1508105"/>
          </a:xfrm>
          <a:prstGeom prst="rect">
            <a:avLst/>
          </a:prstGeom>
          <a:noFill/>
        </p:spPr>
        <p:txBody>
          <a:bodyPr wrap="square" rtlCol="0">
            <a:spAutoFit/>
          </a:bodyPr>
          <a:lstStyle/>
          <a:p>
            <a:pPr algn="ctr" fontAlgn="base"/>
            <a:r>
              <a:rPr lang="en-IN" sz="2000" b="1" dirty="0">
                <a:solidFill>
                  <a:srgbClr val="FF0000"/>
                </a:solidFill>
              </a:rPr>
              <a:t>Advanced Join:</a:t>
            </a:r>
            <a:endParaRPr lang="en-IN" sz="2000" dirty="0">
              <a:solidFill>
                <a:srgbClr val="FF0000"/>
              </a:solidFill>
            </a:endParaRPr>
          </a:p>
          <a:p>
            <a:pPr algn="ctr" fontAlgn="base"/>
            <a:r>
              <a:rPr lang="en-US" sz="2400" b="1" dirty="0"/>
              <a:t>Write a query to list Room Number, Guest Name, and Service Name for all rooms that have been booked and where additional services were provided. Use INNER JOIN and LEFT JOIN as necessary to get all required details.</a:t>
            </a:r>
          </a:p>
        </p:txBody>
      </p:sp>
      <p:pic>
        <p:nvPicPr>
          <p:cNvPr id="6" name="Picture 5">
            <a:extLst>
              <a:ext uri="{FF2B5EF4-FFF2-40B4-BE49-F238E27FC236}">
                <a16:creationId xmlns:a16="http://schemas.microsoft.com/office/drawing/2014/main" id="{7340BA66-EACE-3D91-59D2-9C2D1EBC97A8}"/>
              </a:ext>
            </a:extLst>
          </p:cNvPr>
          <p:cNvPicPr>
            <a:picLocks noChangeAspect="1"/>
          </p:cNvPicPr>
          <p:nvPr/>
        </p:nvPicPr>
        <p:blipFill>
          <a:blip r:embed="rId3"/>
          <a:stretch>
            <a:fillRect/>
          </a:stretch>
        </p:blipFill>
        <p:spPr>
          <a:xfrm>
            <a:off x="2133600" y="1758622"/>
            <a:ext cx="7757651" cy="4511431"/>
          </a:xfrm>
          <a:prstGeom prst="rect">
            <a:avLst/>
          </a:prstGeom>
          <a:ln w="127000" cap="sq">
            <a:solidFill>
              <a:schemeClr val="accent6">
                <a:lumMod val="75000"/>
              </a:schemeClr>
            </a:solidFill>
            <a:miter lim="800000"/>
          </a:ln>
          <a:effectLst>
            <a:glow rad="139700">
              <a:schemeClr val="accent6">
                <a:satMod val="175000"/>
                <a:alpha val="40000"/>
              </a:schemeClr>
            </a:glow>
            <a:outerShdw blurRad="63500" sx="102000" sy="102000" algn="ctr" rotWithShape="0">
              <a:prstClr val="black">
                <a:alpha val="40000"/>
              </a:prstClr>
            </a:outerShdw>
          </a:effectLst>
        </p:spPr>
      </p:pic>
    </p:spTree>
    <p:extLst>
      <p:ext uri="{BB962C8B-B14F-4D97-AF65-F5344CB8AC3E}">
        <p14:creationId xmlns:p14="http://schemas.microsoft.com/office/powerpoint/2010/main" val="2436573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7D85E-46C0-091D-F0CD-569E7126DA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4EC656-D685-5978-6A2D-66F00A34A282}"/>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5ED5D53-2650-BD1D-3420-A3FC3892673A}"/>
              </a:ext>
            </a:extLst>
          </p:cNvPr>
          <p:cNvSpPr txBox="1"/>
          <p:nvPr/>
        </p:nvSpPr>
        <p:spPr>
          <a:xfrm>
            <a:off x="2015611" y="5897141"/>
            <a:ext cx="7678994" cy="923330"/>
          </a:xfrm>
          <a:prstGeom prst="rect">
            <a:avLst/>
          </a:prstGeom>
          <a:noFill/>
        </p:spPr>
        <p:txBody>
          <a:bodyPr wrap="square" rtlCol="0">
            <a:spAutoFit/>
          </a:bodyPr>
          <a:lstStyle/>
          <a:p>
            <a:pPr algn="ctr"/>
            <a:r>
              <a:rPr lang="en-IN" sz="5400" b="1" dirty="0">
                <a:latin typeface="Arial Rounded MT Bold" panose="020F0704030504030204" pitchFamily="34" charset="0"/>
              </a:rPr>
              <a:t>THANK YOU</a:t>
            </a:r>
          </a:p>
        </p:txBody>
      </p:sp>
      <p:pic>
        <p:nvPicPr>
          <p:cNvPr id="9" name="Picture 8">
            <a:extLst>
              <a:ext uri="{FF2B5EF4-FFF2-40B4-BE49-F238E27FC236}">
                <a16:creationId xmlns:a16="http://schemas.microsoft.com/office/drawing/2014/main" id="{281A4E64-423F-C2EC-68D8-F7DABA83A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812" y="274323"/>
            <a:ext cx="8573811" cy="5711309"/>
          </a:xfrm>
          <a:prstGeom prst="rect">
            <a:avLst/>
          </a:prstGeom>
          <a:ln>
            <a:solidFill>
              <a:schemeClr val="accent6">
                <a:lumMod val="75000"/>
              </a:schemeClr>
            </a:solidFill>
          </a:ln>
          <a:effectLst>
            <a:glow rad="228600">
              <a:schemeClr val="accent6">
                <a:satMod val="175000"/>
                <a:alpha val="40000"/>
              </a:schemeClr>
            </a:glow>
            <a:innerShdw blurRad="114300">
              <a:prstClr val="black"/>
            </a:innerShdw>
            <a:softEdge rad="112500"/>
          </a:effectLst>
        </p:spPr>
      </p:pic>
    </p:spTree>
    <p:extLst>
      <p:ext uri="{BB962C8B-B14F-4D97-AF65-F5344CB8AC3E}">
        <p14:creationId xmlns:p14="http://schemas.microsoft.com/office/powerpoint/2010/main" val="3321483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548</Words>
  <Application>Microsoft Office PowerPoint</Application>
  <PresentationFormat>Widescreen</PresentationFormat>
  <Paragraphs>40</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Rounded MT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Wadne</dc:creator>
  <cp:lastModifiedBy>Abhishek Wadne</cp:lastModifiedBy>
  <cp:revision>1</cp:revision>
  <dcterms:created xsi:type="dcterms:W3CDTF">2026-05-02T18:19:24Z</dcterms:created>
  <dcterms:modified xsi:type="dcterms:W3CDTF">2026-05-04T09:23:40Z</dcterms:modified>
</cp:coreProperties>
</file>